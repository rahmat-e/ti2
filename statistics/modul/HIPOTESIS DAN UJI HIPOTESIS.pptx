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4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3"/>
  </p:notesMasterIdLst>
  <p:sldIdLst>
    <p:sldId id="256" r:id="rId2"/>
    <p:sldId id="266" r:id="rId3"/>
    <p:sldId id="299" r:id="rId4"/>
    <p:sldId id="300" r:id="rId5"/>
    <p:sldId id="302" r:id="rId6"/>
    <p:sldId id="301" r:id="rId7"/>
    <p:sldId id="257" r:id="rId8"/>
    <p:sldId id="303" r:id="rId9"/>
    <p:sldId id="306" r:id="rId10"/>
    <p:sldId id="307" r:id="rId11"/>
    <p:sldId id="308" r:id="rId12"/>
    <p:sldId id="304" r:id="rId13"/>
    <p:sldId id="309" r:id="rId14"/>
    <p:sldId id="310" r:id="rId15"/>
    <p:sldId id="311" r:id="rId16"/>
    <p:sldId id="305" r:id="rId17"/>
    <p:sldId id="312" r:id="rId18"/>
    <p:sldId id="313" r:id="rId19"/>
    <p:sldId id="314" r:id="rId20"/>
    <p:sldId id="315" r:id="rId21"/>
    <p:sldId id="316" r:id="rId22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4"/>
    </p:embeddedFont>
    <p:embeddedFont>
      <p:font typeface="Exo 2" panose="020B0604020202020204" charset="0"/>
      <p:regular r:id="rId25"/>
      <p:bold r:id="rId26"/>
      <p:italic r:id="rId27"/>
      <p:boldItalic r:id="rId28"/>
    </p:embeddedFont>
    <p:embeddedFont>
      <p:font typeface="Nunito Light" pitchFamily="2" charset="0"/>
      <p:regular r:id="rId29"/>
      <p:italic r:id="rId30"/>
    </p:embeddedFont>
    <p:embeddedFont>
      <p:font typeface="Roboto Condensed Light" panose="02000000000000000000" pitchFamily="2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CC050FD-8B5E-462C-AB7B-EB85962780AA}">
  <a:tblStyle styleId="{FCC050FD-8B5E-462C-AB7B-EB85962780A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69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5_3">
  <dgm:title val=""/>
  <dgm:desc val=""/>
  <dgm:catLst>
    <dgm:cat type="accent5" pri="11300"/>
  </dgm:catLst>
  <dgm:styleLbl name="node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>
        <a:shade val="80000"/>
      </a:schemeClr>
      <a:schemeClr val="accent5">
        <a:tint val="7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/>
    <dgm:txEffectClrLst/>
  </dgm:styleLbl>
  <dgm:styleLbl name="lnNode1">
    <dgm:fillClrLst>
      <a:schemeClr val="accent5">
        <a:shade val="80000"/>
      </a:schemeClr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shade val="80000"/>
        <a:alpha val="50000"/>
      </a:schemeClr>
      <a:schemeClr val="accent5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/>
    <dgm:txEffectClrLst/>
  </dgm:styleLbl>
  <dgm:styleLbl name="f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5">
        <a:shade val="90000"/>
      </a:schemeClr>
      <a:schemeClr val="accent5">
        <a:tint val="70000"/>
      </a:schemeClr>
    </dgm:fillClrLst>
    <dgm:linClrLst>
      <a:schemeClr val="accent5">
        <a:shade val="90000"/>
      </a:schemeClr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5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>
        <a:tint val="90000"/>
      </a:schemeClr>
    </dgm:fillClrLst>
    <dgm:linClrLst meth="repeat">
      <a:schemeClr val="accent5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5">
        <a:tint val="50000"/>
      </a:schemeClr>
    </dgm:fillClrLst>
    <dgm:linClrLst meth="repeat">
      <a:schemeClr val="accent5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>
        <a:shade val="8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>
        <a:tint val="99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>
        <a:tint val="8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7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>
        <a:shade val="80000"/>
      </a:schemeClr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3B925AB-9740-44CC-84B8-F664E98746BC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518D0921-8636-4AF4-B963-7B5035AED1D3}">
      <dgm:prSet phldrT="[Text]"/>
      <dgm:spPr>
        <a:solidFill>
          <a:srgbClr val="FFC000"/>
        </a:solidFill>
      </dgm:spPr>
      <dgm:t>
        <a:bodyPr/>
        <a:lstStyle/>
        <a:p>
          <a:r>
            <a:rPr lang="en-US" b="1" dirty="0" err="1"/>
            <a:t>Hipotesis</a:t>
          </a:r>
          <a:r>
            <a:rPr lang="en-US" b="1" dirty="0"/>
            <a:t> </a:t>
          </a:r>
          <a:r>
            <a:rPr lang="en-US" b="1" dirty="0" err="1"/>
            <a:t>Alternatif</a:t>
          </a:r>
          <a:r>
            <a:rPr lang="en-US" b="1" dirty="0"/>
            <a:t> (Ha/H1)</a:t>
          </a:r>
          <a:endParaRPr lang="en-ID" b="1" dirty="0"/>
        </a:p>
      </dgm:t>
    </dgm:pt>
    <dgm:pt modelId="{C518858B-2578-414C-93DF-6814A90C3B69}" type="parTrans" cxnId="{6E38547D-4F70-4D81-AF15-9C1F0445B83F}">
      <dgm:prSet/>
      <dgm:spPr/>
      <dgm:t>
        <a:bodyPr/>
        <a:lstStyle/>
        <a:p>
          <a:endParaRPr lang="en-ID"/>
        </a:p>
      </dgm:t>
    </dgm:pt>
    <dgm:pt modelId="{DD4D6964-3C4C-4E39-9E07-2B0838E40138}" type="sibTrans" cxnId="{6E38547D-4F70-4D81-AF15-9C1F0445B83F}">
      <dgm:prSet/>
      <dgm:spPr/>
      <dgm:t>
        <a:bodyPr/>
        <a:lstStyle/>
        <a:p>
          <a:endParaRPr lang="en-ID"/>
        </a:p>
      </dgm:t>
    </dgm:pt>
    <dgm:pt modelId="{397765BB-EE2C-4AA8-A090-4740EEBEC51E}">
      <dgm:prSet phldrT="[Text]" custT="1"/>
      <dgm:spPr/>
      <dgm:t>
        <a:bodyPr/>
        <a:lstStyle/>
        <a:p>
          <a:r>
            <a:rPr lang="en-US" sz="1200" dirty="0" err="1"/>
            <a:t>Dirumuskan</a:t>
          </a:r>
          <a:r>
            <a:rPr lang="en-US" sz="1200" dirty="0"/>
            <a:t> </a:t>
          </a:r>
          <a:r>
            <a:rPr lang="en-US" sz="1200" dirty="0" err="1"/>
            <a:t>dengan</a:t>
          </a:r>
          <a:r>
            <a:rPr lang="en-US" sz="1200" dirty="0"/>
            <a:t> </a:t>
          </a:r>
          <a:r>
            <a:rPr lang="en-US" sz="1200" dirty="0" err="1"/>
            <a:t>kalimat</a:t>
          </a:r>
          <a:r>
            <a:rPr lang="en-US" sz="1200" dirty="0"/>
            <a:t> </a:t>
          </a:r>
          <a:r>
            <a:rPr lang="en-US" sz="1200" dirty="0" err="1"/>
            <a:t>positif</a:t>
          </a:r>
          <a:r>
            <a:rPr lang="en-US" sz="1200" dirty="0"/>
            <a:t>.</a:t>
          </a:r>
          <a:endParaRPr lang="en-ID" sz="1200" dirty="0"/>
        </a:p>
      </dgm:t>
    </dgm:pt>
    <dgm:pt modelId="{B6FB1253-77E4-48F8-A101-4FDE6B35DA5A}" type="parTrans" cxnId="{ADF44934-1FE2-4121-9534-7D8EC4F8CDDE}">
      <dgm:prSet/>
      <dgm:spPr/>
      <dgm:t>
        <a:bodyPr/>
        <a:lstStyle/>
        <a:p>
          <a:endParaRPr lang="en-ID"/>
        </a:p>
      </dgm:t>
    </dgm:pt>
    <dgm:pt modelId="{C18D4A62-F0FB-43F1-A1C3-F04D04E47FC5}" type="sibTrans" cxnId="{ADF44934-1FE2-4121-9534-7D8EC4F8CDDE}">
      <dgm:prSet/>
      <dgm:spPr/>
      <dgm:t>
        <a:bodyPr/>
        <a:lstStyle/>
        <a:p>
          <a:endParaRPr lang="en-ID"/>
        </a:p>
      </dgm:t>
    </dgm:pt>
    <dgm:pt modelId="{E6CEC803-4259-4F5F-A59C-794F37A6141D}">
      <dgm:prSet phldrT="[Text]"/>
      <dgm:spPr>
        <a:solidFill>
          <a:srgbClr val="92D050"/>
        </a:solidFill>
      </dgm:spPr>
      <dgm:t>
        <a:bodyPr/>
        <a:lstStyle/>
        <a:p>
          <a:r>
            <a:rPr lang="en-US" b="1" dirty="0" err="1"/>
            <a:t>Hipotesis</a:t>
          </a:r>
          <a:r>
            <a:rPr lang="en-US" b="1" dirty="0"/>
            <a:t> </a:t>
          </a:r>
          <a:r>
            <a:rPr lang="en-US" b="1" dirty="0" err="1"/>
            <a:t>Nol</a:t>
          </a:r>
          <a:r>
            <a:rPr lang="en-US" b="1" dirty="0"/>
            <a:t> (Ho)</a:t>
          </a:r>
          <a:endParaRPr lang="en-ID" b="1" dirty="0"/>
        </a:p>
      </dgm:t>
    </dgm:pt>
    <dgm:pt modelId="{7027CB49-7AF8-4C11-971A-4746794ACCC9}" type="parTrans" cxnId="{91153B42-165B-46AC-A0EF-CD9AB0C9654B}">
      <dgm:prSet/>
      <dgm:spPr/>
      <dgm:t>
        <a:bodyPr/>
        <a:lstStyle/>
        <a:p>
          <a:endParaRPr lang="en-ID"/>
        </a:p>
      </dgm:t>
    </dgm:pt>
    <dgm:pt modelId="{81CE9A3D-8AE1-4955-A2E2-A846D14B0A55}" type="sibTrans" cxnId="{91153B42-165B-46AC-A0EF-CD9AB0C9654B}">
      <dgm:prSet/>
      <dgm:spPr/>
      <dgm:t>
        <a:bodyPr/>
        <a:lstStyle/>
        <a:p>
          <a:endParaRPr lang="en-ID"/>
        </a:p>
      </dgm:t>
    </dgm:pt>
    <dgm:pt modelId="{62726208-21AC-48DB-999C-545A1AD1E72A}">
      <dgm:prSet phldrT="[Text]" custT="1"/>
      <dgm:spPr/>
      <dgm:t>
        <a:bodyPr/>
        <a:lstStyle/>
        <a:p>
          <a:r>
            <a:rPr lang="en-US" sz="1200" dirty="0" err="1"/>
            <a:t>Dirumuskan</a:t>
          </a:r>
          <a:r>
            <a:rPr lang="en-US" sz="1200" dirty="0"/>
            <a:t> </a:t>
          </a:r>
          <a:r>
            <a:rPr lang="en-US" sz="1200" dirty="0" err="1"/>
            <a:t>dengan</a:t>
          </a:r>
          <a:r>
            <a:rPr lang="en-US" sz="1200" dirty="0"/>
            <a:t> </a:t>
          </a:r>
          <a:r>
            <a:rPr lang="en-US" sz="1200" dirty="0" err="1"/>
            <a:t>kalimat</a:t>
          </a:r>
          <a:r>
            <a:rPr lang="en-US" sz="1200" dirty="0"/>
            <a:t> </a:t>
          </a:r>
          <a:r>
            <a:rPr lang="en-US" sz="1200" dirty="0" err="1"/>
            <a:t>negatif</a:t>
          </a:r>
          <a:r>
            <a:rPr lang="en-US" sz="1200" dirty="0"/>
            <a:t>.</a:t>
          </a:r>
          <a:endParaRPr lang="en-ID" sz="1200" dirty="0"/>
        </a:p>
      </dgm:t>
    </dgm:pt>
    <dgm:pt modelId="{C195A23C-0BC1-4EEF-AB98-2C91A68AE462}" type="parTrans" cxnId="{B86D4AFC-69BA-4004-AD02-90DB4454A987}">
      <dgm:prSet/>
      <dgm:spPr/>
      <dgm:t>
        <a:bodyPr/>
        <a:lstStyle/>
        <a:p>
          <a:endParaRPr lang="en-ID"/>
        </a:p>
      </dgm:t>
    </dgm:pt>
    <dgm:pt modelId="{90E9F86E-03B3-481A-85E3-1F759D3B8373}" type="sibTrans" cxnId="{B86D4AFC-69BA-4004-AD02-90DB4454A987}">
      <dgm:prSet/>
      <dgm:spPr/>
      <dgm:t>
        <a:bodyPr/>
        <a:lstStyle/>
        <a:p>
          <a:endParaRPr lang="en-ID"/>
        </a:p>
      </dgm:t>
    </dgm:pt>
    <dgm:pt modelId="{3E6D8454-048F-4138-8FC6-85641BD0AF46}">
      <dgm:prSet phldrT="[Text]" custT="1"/>
      <dgm:spPr/>
      <dgm:t>
        <a:bodyPr/>
        <a:lstStyle/>
        <a:p>
          <a:r>
            <a:rPr lang="en-US" sz="1200" dirty="0" err="1"/>
            <a:t>Pernyataan</a:t>
          </a:r>
          <a:r>
            <a:rPr lang="en-US" sz="1200" dirty="0"/>
            <a:t> </a:t>
          </a:r>
          <a:r>
            <a:rPr lang="en-US" sz="1200" dirty="0" err="1"/>
            <a:t>tidak</a:t>
          </a:r>
          <a:r>
            <a:rPr lang="en-US" sz="1200" dirty="0"/>
            <a:t> </a:t>
          </a:r>
          <a:r>
            <a:rPr lang="en-US" sz="1200" dirty="0" err="1"/>
            <a:t>ada</a:t>
          </a:r>
          <a:r>
            <a:rPr lang="en-US" sz="1200" dirty="0"/>
            <a:t> </a:t>
          </a:r>
          <a:r>
            <a:rPr lang="en-US" sz="1200" dirty="0" err="1"/>
            <a:t>hubungan</a:t>
          </a:r>
          <a:r>
            <a:rPr lang="en-US" sz="1200" dirty="0"/>
            <a:t>, </a:t>
          </a:r>
          <a:r>
            <a:rPr lang="en-US" sz="1200" dirty="0" err="1"/>
            <a:t>pengaruh</a:t>
          </a:r>
          <a:r>
            <a:rPr lang="en-US" sz="1200" dirty="0"/>
            <a:t>, </a:t>
          </a:r>
          <a:r>
            <a:rPr lang="en-US" sz="1200" dirty="0" err="1"/>
            <a:t>atau</a:t>
          </a:r>
          <a:r>
            <a:rPr lang="en-US" sz="1200" dirty="0"/>
            <a:t> </a:t>
          </a:r>
          <a:r>
            <a:rPr lang="en-US" sz="1200" dirty="0" err="1"/>
            <a:t>perbedaan</a:t>
          </a:r>
          <a:r>
            <a:rPr lang="en-US" sz="1200" dirty="0"/>
            <a:t> </a:t>
          </a:r>
          <a:r>
            <a:rPr lang="en-US" sz="1200" dirty="0" err="1"/>
            <a:t>antara</a:t>
          </a:r>
          <a:r>
            <a:rPr lang="en-US" sz="1200" dirty="0"/>
            <a:t> parameter dan </a:t>
          </a:r>
          <a:r>
            <a:rPr lang="en-US" sz="1200" dirty="0" err="1"/>
            <a:t>statistik</a:t>
          </a:r>
          <a:r>
            <a:rPr lang="en-US" sz="1200" dirty="0"/>
            <a:t>. </a:t>
          </a:r>
          <a:endParaRPr lang="en-ID" sz="1200" dirty="0"/>
        </a:p>
      </dgm:t>
    </dgm:pt>
    <dgm:pt modelId="{8A572932-6DF9-4E4F-B7A0-F065E60A2EAE}" type="parTrans" cxnId="{F327E18E-7945-4CFA-A4C8-F0F3DFB32713}">
      <dgm:prSet/>
      <dgm:spPr/>
      <dgm:t>
        <a:bodyPr/>
        <a:lstStyle/>
        <a:p>
          <a:endParaRPr lang="en-ID"/>
        </a:p>
      </dgm:t>
    </dgm:pt>
    <dgm:pt modelId="{2720CE05-D7FC-4C9C-8DC8-95A5D48594B5}" type="sibTrans" cxnId="{F327E18E-7945-4CFA-A4C8-F0F3DFB32713}">
      <dgm:prSet/>
      <dgm:spPr/>
      <dgm:t>
        <a:bodyPr/>
        <a:lstStyle/>
        <a:p>
          <a:endParaRPr lang="en-ID"/>
        </a:p>
      </dgm:t>
    </dgm:pt>
    <dgm:pt modelId="{D9E9D45B-DAAA-44D1-9E3A-AD38266A988C}">
      <dgm:prSet phldrT="[Text]" custT="1"/>
      <dgm:spPr/>
      <dgm:t>
        <a:bodyPr/>
        <a:lstStyle/>
        <a:p>
          <a:r>
            <a:rPr lang="en-US" sz="1200" dirty="0" err="1"/>
            <a:t>Hipotesis</a:t>
          </a:r>
          <a:r>
            <a:rPr lang="en-US" sz="1200" dirty="0"/>
            <a:t> yang </a:t>
          </a:r>
          <a:r>
            <a:rPr lang="en-US" sz="1200" dirty="0" err="1"/>
            <a:t>dirumuskan</a:t>
          </a:r>
          <a:r>
            <a:rPr lang="en-US" sz="1200" dirty="0"/>
            <a:t> </a:t>
          </a:r>
          <a:r>
            <a:rPr lang="en-US" sz="1200" dirty="0" err="1"/>
            <a:t>untuk</a:t>
          </a:r>
          <a:r>
            <a:rPr lang="en-US" sz="1200" dirty="0"/>
            <a:t> </a:t>
          </a:r>
          <a:r>
            <a:rPr lang="en-US" sz="1200" dirty="0" err="1"/>
            <a:t>menjawab</a:t>
          </a:r>
          <a:r>
            <a:rPr lang="en-US" sz="1200" dirty="0"/>
            <a:t> </a:t>
          </a:r>
          <a:r>
            <a:rPr lang="en-US" sz="1200" dirty="0" err="1"/>
            <a:t>permasalahan</a:t>
          </a:r>
          <a:r>
            <a:rPr lang="en-US" sz="1200" dirty="0"/>
            <a:t> </a:t>
          </a:r>
          <a:r>
            <a:rPr lang="en-US" sz="1200" dirty="0" err="1"/>
            <a:t>dengan</a:t>
          </a:r>
          <a:r>
            <a:rPr lang="en-US" sz="1200" dirty="0"/>
            <a:t> </a:t>
          </a:r>
          <a:r>
            <a:rPr lang="en-US" sz="1200" dirty="0" err="1"/>
            <a:t>menggunakan</a:t>
          </a:r>
          <a:r>
            <a:rPr lang="en-US" sz="1200" dirty="0"/>
            <a:t> </a:t>
          </a:r>
          <a:r>
            <a:rPr lang="en-US" sz="1200" dirty="0" err="1"/>
            <a:t>teori-teori</a:t>
          </a:r>
          <a:r>
            <a:rPr lang="en-US" sz="1200" dirty="0"/>
            <a:t> yang </a:t>
          </a:r>
          <a:r>
            <a:rPr lang="en-US" sz="1200" dirty="0" err="1"/>
            <a:t>ada</a:t>
          </a:r>
          <a:r>
            <a:rPr lang="en-US" sz="1200" dirty="0"/>
            <a:t> </a:t>
          </a:r>
          <a:r>
            <a:rPr lang="en-US" sz="1200" dirty="0" err="1"/>
            <a:t>hubungannya</a:t>
          </a:r>
          <a:r>
            <a:rPr lang="en-US" sz="1200" dirty="0"/>
            <a:t> (</a:t>
          </a:r>
          <a:r>
            <a:rPr lang="en-US" sz="1200" dirty="0" err="1"/>
            <a:t>relevan</a:t>
          </a:r>
          <a:r>
            <a:rPr lang="en-US" sz="1200" dirty="0"/>
            <a:t>) </a:t>
          </a:r>
          <a:r>
            <a:rPr lang="en-US" sz="1200" dirty="0" err="1"/>
            <a:t>dengan</a:t>
          </a:r>
          <a:r>
            <a:rPr lang="en-US" sz="1200" dirty="0"/>
            <a:t> </a:t>
          </a:r>
          <a:r>
            <a:rPr lang="en-US" sz="1200" dirty="0" err="1"/>
            <a:t>masalah</a:t>
          </a:r>
          <a:r>
            <a:rPr lang="en-US" sz="1200" dirty="0"/>
            <a:t> </a:t>
          </a:r>
          <a:r>
            <a:rPr lang="en-US" sz="1200" dirty="0" err="1"/>
            <a:t>penelitian</a:t>
          </a:r>
          <a:r>
            <a:rPr lang="en-US" sz="1200" dirty="0"/>
            <a:t> dan </a:t>
          </a:r>
          <a:r>
            <a:rPr lang="en-US" sz="1200" dirty="0" err="1"/>
            <a:t>belum</a:t>
          </a:r>
          <a:r>
            <a:rPr lang="en-US" sz="1200" dirty="0"/>
            <a:t> </a:t>
          </a:r>
          <a:r>
            <a:rPr lang="en-US" sz="1200" dirty="0" err="1"/>
            <a:t>berdasarkan</a:t>
          </a:r>
          <a:r>
            <a:rPr lang="en-US" sz="1200" dirty="0"/>
            <a:t> </a:t>
          </a:r>
          <a:r>
            <a:rPr lang="en-US" sz="1200" dirty="0" err="1"/>
            <a:t>fakta</a:t>
          </a:r>
          <a:r>
            <a:rPr lang="en-US" sz="1200" dirty="0"/>
            <a:t> </a:t>
          </a:r>
          <a:r>
            <a:rPr lang="en-US" sz="1200" dirty="0" err="1"/>
            <a:t>serta</a:t>
          </a:r>
          <a:r>
            <a:rPr lang="en-US" sz="1200" dirty="0"/>
            <a:t> </a:t>
          </a:r>
          <a:r>
            <a:rPr lang="en-US" sz="1200" dirty="0" err="1"/>
            <a:t>dukungan</a:t>
          </a:r>
          <a:r>
            <a:rPr lang="en-US" sz="1200" dirty="0"/>
            <a:t> data yang </a:t>
          </a:r>
          <a:r>
            <a:rPr lang="en-US" sz="1200" dirty="0" err="1"/>
            <a:t>nyata</a:t>
          </a:r>
          <a:r>
            <a:rPr lang="en-US" sz="1200" dirty="0"/>
            <a:t> di </a:t>
          </a:r>
          <a:r>
            <a:rPr lang="en-US" sz="1200" dirty="0" err="1"/>
            <a:t>lapangan</a:t>
          </a:r>
          <a:r>
            <a:rPr lang="en-US" sz="1200" dirty="0"/>
            <a:t>. </a:t>
          </a:r>
          <a:endParaRPr lang="en-ID" sz="1200" dirty="0"/>
        </a:p>
      </dgm:t>
    </dgm:pt>
    <dgm:pt modelId="{2B7DC9F2-DAE7-4316-8FB1-1F4DA5A06F3D}" type="parTrans" cxnId="{E5BC65EF-3E14-4E82-AA64-18B5CF4E3F59}">
      <dgm:prSet/>
      <dgm:spPr/>
      <dgm:t>
        <a:bodyPr/>
        <a:lstStyle/>
        <a:p>
          <a:endParaRPr lang="en-ID"/>
        </a:p>
      </dgm:t>
    </dgm:pt>
    <dgm:pt modelId="{4F920E33-E1AC-40DB-BEF6-31E5CE0EF668}" type="sibTrans" cxnId="{E5BC65EF-3E14-4E82-AA64-18B5CF4E3F59}">
      <dgm:prSet/>
      <dgm:spPr/>
      <dgm:t>
        <a:bodyPr/>
        <a:lstStyle/>
        <a:p>
          <a:endParaRPr lang="en-ID"/>
        </a:p>
      </dgm:t>
    </dgm:pt>
    <dgm:pt modelId="{A72D8EB8-AD49-4ACC-8666-6FF874C6D428}" type="pres">
      <dgm:prSet presAssocID="{33B925AB-9740-44CC-84B8-F664E98746BC}" presName="Name0" presStyleCnt="0">
        <dgm:presLayoutVars>
          <dgm:dir/>
          <dgm:animLvl val="lvl"/>
          <dgm:resizeHandles val="exact"/>
        </dgm:presLayoutVars>
      </dgm:prSet>
      <dgm:spPr/>
    </dgm:pt>
    <dgm:pt modelId="{BCDCF5F5-B60D-4FDC-AEC4-8AD6A486F3ED}" type="pres">
      <dgm:prSet presAssocID="{518D0921-8636-4AF4-B963-7B5035AED1D3}" presName="composite" presStyleCnt="0"/>
      <dgm:spPr/>
    </dgm:pt>
    <dgm:pt modelId="{BD6A9A13-FE8C-4912-8F58-9EEAF60B7947}" type="pres">
      <dgm:prSet presAssocID="{518D0921-8636-4AF4-B963-7B5035AED1D3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C2ACA9FF-D7CF-49B2-8EE2-A25DBBD4C773}" type="pres">
      <dgm:prSet presAssocID="{518D0921-8636-4AF4-B963-7B5035AED1D3}" presName="desTx" presStyleLbl="alignAccFollowNode1" presStyleIdx="0" presStyleCnt="2">
        <dgm:presLayoutVars>
          <dgm:bulletEnabled val="1"/>
        </dgm:presLayoutVars>
      </dgm:prSet>
      <dgm:spPr/>
    </dgm:pt>
    <dgm:pt modelId="{E7641430-9893-4418-A17B-2A6390361E5D}" type="pres">
      <dgm:prSet presAssocID="{DD4D6964-3C4C-4E39-9E07-2B0838E40138}" presName="space" presStyleCnt="0"/>
      <dgm:spPr/>
    </dgm:pt>
    <dgm:pt modelId="{BCF0F2AA-473C-4D3F-91A6-D790D3FF89F3}" type="pres">
      <dgm:prSet presAssocID="{E6CEC803-4259-4F5F-A59C-794F37A6141D}" presName="composite" presStyleCnt="0"/>
      <dgm:spPr/>
    </dgm:pt>
    <dgm:pt modelId="{3EF168BA-4E43-4B1F-9801-857435D3B5DD}" type="pres">
      <dgm:prSet presAssocID="{E6CEC803-4259-4F5F-A59C-794F37A6141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1DFA5464-52E6-4065-B493-409A606CF102}" type="pres">
      <dgm:prSet presAssocID="{E6CEC803-4259-4F5F-A59C-794F37A6141D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D03C7A13-0C1F-4172-9701-F02E4309882C}" type="presOf" srcId="{E6CEC803-4259-4F5F-A59C-794F37A6141D}" destId="{3EF168BA-4E43-4B1F-9801-857435D3B5DD}" srcOrd="0" destOrd="0" presId="urn:microsoft.com/office/officeart/2005/8/layout/hList1"/>
    <dgm:cxn modelId="{ADF44934-1FE2-4121-9534-7D8EC4F8CDDE}" srcId="{518D0921-8636-4AF4-B963-7B5035AED1D3}" destId="{397765BB-EE2C-4AA8-A090-4740EEBEC51E}" srcOrd="0" destOrd="0" parTransId="{B6FB1253-77E4-48F8-A101-4FDE6B35DA5A}" sibTransId="{C18D4A62-F0FB-43F1-A1C3-F04D04E47FC5}"/>
    <dgm:cxn modelId="{DECD2E37-B2DF-44AE-9E23-C7074CC457AA}" type="presOf" srcId="{3E6D8454-048F-4138-8FC6-85641BD0AF46}" destId="{1DFA5464-52E6-4065-B493-409A606CF102}" srcOrd="0" destOrd="1" presId="urn:microsoft.com/office/officeart/2005/8/layout/hList1"/>
    <dgm:cxn modelId="{FA686440-51D3-413F-BB6A-87851EB4D4AB}" type="presOf" srcId="{62726208-21AC-48DB-999C-545A1AD1E72A}" destId="{1DFA5464-52E6-4065-B493-409A606CF102}" srcOrd="0" destOrd="0" presId="urn:microsoft.com/office/officeart/2005/8/layout/hList1"/>
    <dgm:cxn modelId="{91153B42-165B-46AC-A0EF-CD9AB0C9654B}" srcId="{33B925AB-9740-44CC-84B8-F664E98746BC}" destId="{E6CEC803-4259-4F5F-A59C-794F37A6141D}" srcOrd="1" destOrd="0" parTransId="{7027CB49-7AF8-4C11-971A-4746794ACCC9}" sibTransId="{81CE9A3D-8AE1-4955-A2E2-A846D14B0A55}"/>
    <dgm:cxn modelId="{6E38547D-4F70-4D81-AF15-9C1F0445B83F}" srcId="{33B925AB-9740-44CC-84B8-F664E98746BC}" destId="{518D0921-8636-4AF4-B963-7B5035AED1D3}" srcOrd="0" destOrd="0" parTransId="{C518858B-2578-414C-93DF-6814A90C3B69}" sibTransId="{DD4D6964-3C4C-4E39-9E07-2B0838E40138}"/>
    <dgm:cxn modelId="{F327E18E-7945-4CFA-A4C8-F0F3DFB32713}" srcId="{E6CEC803-4259-4F5F-A59C-794F37A6141D}" destId="{3E6D8454-048F-4138-8FC6-85641BD0AF46}" srcOrd="1" destOrd="0" parTransId="{8A572932-6DF9-4E4F-B7A0-F065E60A2EAE}" sibTransId="{2720CE05-D7FC-4C9C-8DC8-95A5D48594B5}"/>
    <dgm:cxn modelId="{EEFAE0AD-CBF2-440C-886E-81CE3D317804}" type="presOf" srcId="{33B925AB-9740-44CC-84B8-F664E98746BC}" destId="{A72D8EB8-AD49-4ACC-8666-6FF874C6D428}" srcOrd="0" destOrd="0" presId="urn:microsoft.com/office/officeart/2005/8/layout/hList1"/>
    <dgm:cxn modelId="{D33C9EBC-1272-4673-91E2-6E6F7FD38A38}" type="presOf" srcId="{D9E9D45B-DAAA-44D1-9E3A-AD38266A988C}" destId="{C2ACA9FF-D7CF-49B2-8EE2-A25DBBD4C773}" srcOrd="0" destOrd="1" presId="urn:microsoft.com/office/officeart/2005/8/layout/hList1"/>
    <dgm:cxn modelId="{A17EE8C9-BB35-48E3-854B-F3590916EEE1}" type="presOf" srcId="{397765BB-EE2C-4AA8-A090-4740EEBEC51E}" destId="{C2ACA9FF-D7CF-49B2-8EE2-A25DBBD4C773}" srcOrd="0" destOrd="0" presId="urn:microsoft.com/office/officeart/2005/8/layout/hList1"/>
    <dgm:cxn modelId="{9B7E0AE8-0B5F-4F60-A341-86A97499F7A6}" type="presOf" srcId="{518D0921-8636-4AF4-B963-7B5035AED1D3}" destId="{BD6A9A13-FE8C-4912-8F58-9EEAF60B7947}" srcOrd="0" destOrd="0" presId="urn:microsoft.com/office/officeart/2005/8/layout/hList1"/>
    <dgm:cxn modelId="{E5BC65EF-3E14-4E82-AA64-18B5CF4E3F59}" srcId="{518D0921-8636-4AF4-B963-7B5035AED1D3}" destId="{D9E9D45B-DAAA-44D1-9E3A-AD38266A988C}" srcOrd="1" destOrd="0" parTransId="{2B7DC9F2-DAE7-4316-8FB1-1F4DA5A06F3D}" sibTransId="{4F920E33-E1AC-40DB-BEF6-31E5CE0EF668}"/>
    <dgm:cxn modelId="{B86D4AFC-69BA-4004-AD02-90DB4454A987}" srcId="{E6CEC803-4259-4F5F-A59C-794F37A6141D}" destId="{62726208-21AC-48DB-999C-545A1AD1E72A}" srcOrd="0" destOrd="0" parTransId="{C195A23C-0BC1-4EEF-AB98-2C91A68AE462}" sibTransId="{90E9F86E-03B3-481A-85E3-1F759D3B8373}"/>
    <dgm:cxn modelId="{BED26CB1-968D-4B9E-8E43-1F434249C178}" type="presParOf" srcId="{A72D8EB8-AD49-4ACC-8666-6FF874C6D428}" destId="{BCDCF5F5-B60D-4FDC-AEC4-8AD6A486F3ED}" srcOrd="0" destOrd="0" presId="urn:microsoft.com/office/officeart/2005/8/layout/hList1"/>
    <dgm:cxn modelId="{015C49E0-30C5-4FE5-86B7-8322070C85AE}" type="presParOf" srcId="{BCDCF5F5-B60D-4FDC-AEC4-8AD6A486F3ED}" destId="{BD6A9A13-FE8C-4912-8F58-9EEAF60B7947}" srcOrd="0" destOrd="0" presId="urn:microsoft.com/office/officeart/2005/8/layout/hList1"/>
    <dgm:cxn modelId="{F66D59B7-9489-4D68-96F4-72C842B23DAB}" type="presParOf" srcId="{BCDCF5F5-B60D-4FDC-AEC4-8AD6A486F3ED}" destId="{C2ACA9FF-D7CF-49B2-8EE2-A25DBBD4C773}" srcOrd="1" destOrd="0" presId="urn:microsoft.com/office/officeart/2005/8/layout/hList1"/>
    <dgm:cxn modelId="{C43E7CA4-069E-4ED6-8F35-476230B69BB0}" type="presParOf" srcId="{A72D8EB8-AD49-4ACC-8666-6FF874C6D428}" destId="{E7641430-9893-4418-A17B-2A6390361E5D}" srcOrd="1" destOrd="0" presId="urn:microsoft.com/office/officeart/2005/8/layout/hList1"/>
    <dgm:cxn modelId="{F082D5CA-BA7F-483B-AC05-F528FCCA5D1B}" type="presParOf" srcId="{A72D8EB8-AD49-4ACC-8666-6FF874C6D428}" destId="{BCF0F2AA-473C-4D3F-91A6-D790D3FF89F3}" srcOrd="2" destOrd="0" presId="urn:microsoft.com/office/officeart/2005/8/layout/hList1"/>
    <dgm:cxn modelId="{65570574-597E-49D2-AF6B-F122DB120B67}" type="presParOf" srcId="{BCF0F2AA-473C-4D3F-91A6-D790D3FF89F3}" destId="{3EF168BA-4E43-4B1F-9801-857435D3B5DD}" srcOrd="0" destOrd="0" presId="urn:microsoft.com/office/officeart/2005/8/layout/hList1"/>
    <dgm:cxn modelId="{DA144467-18BB-4756-8D67-FD45629F4FBB}" type="presParOf" srcId="{BCF0F2AA-473C-4D3F-91A6-D790D3FF89F3}" destId="{1DFA5464-52E6-4065-B493-409A606CF102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254EC9A-76FC-4246-9F50-0421FD4DBD14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9E8A0414-E900-41FF-BA54-87F01C79476B}">
      <dgm:prSet phldrT="[Text]" custT="1"/>
      <dgm:spPr>
        <a:solidFill>
          <a:srgbClr val="FFFF00"/>
        </a:solidFill>
      </dgm:spPr>
      <dgm:t>
        <a:bodyPr/>
        <a:lstStyle/>
        <a:p>
          <a:r>
            <a:rPr lang="en-US" sz="2000" b="1" dirty="0">
              <a:solidFill>
                <a:schemeClr val="tx1"/>
              </a:solidFill>
            </a:rPr>
            <a:t>PERMASALAHAN PENELITIAN</a:t>
          </a:r>
          <a:endParaRPr lang="en-ID" sz="2000" b="1" dirty="0">
            <a:solidFill>
              <a:schemeClr val="tx1"/>
            </a:solidFill>
          </a:endParaRPr>
        </a:p>
      </dgm:t>
    </dgm:pt>
    <dgm:pt modelId="{22D906EE-8E05-4904-9253-754F0FE8406D}" type="parTrans" cxnId="{EF0E38D4-F14A-4BE9-9AE6-197B0C7DD94E}">
      <dgm:prSet/>
      <dgm:spPr/>
      <dgm:t>
        <a:bodyPr/>
        <a:lstStyle/>
        <a:p>
          <a:endParaRPr lang="en-ID"/>
        </a:p>
      </dgm:t>
    </dgm:pt>
    <dgm:pt modelId="{6DB77685-AD41-4992-8628-9CACC8B142E8}" type="sibTrans" cxnId="{EF0E38D4-F14A-4BE9-9AE6-197B0C7DD94E}">
      <dgm:prSet/>
      <dgm:spPr/>
      <dgm:t>
        <a:bodyPr/>
        <a:lstStyle/>
        <a:p>
          <a:endParaRPr lang="en-ID"/>
        </a:p>
      </dgm:t>
    </dgm:pt>
    <dgm:pt modelId="{4130E627-2172-410F-B846-C0F4C6AA89CD}">
      <dgm:prSet phldrT="[Text]" custT="1"/>
      <dgm:spPr/>
      <dgm:t>
        <a:bodyPr/>
        <a:lstStyle/>
        <a:p>
          <a:pPr algn="ctr">
            <a:lnSpc>
              <a:spcPct val="90000"/>
            </a:lnSpc>
            <a:buNone/>
          </a:pPr>
          <a:endParaRPr lang="en-US" sz="2100" b="1" u="sng" dirty="0">
            <a:solidFill>
              <a:schemeClr val="bg2"/>
            </a:solidFill>
          </a:endParaRPr>
        </a:p>
      </dgm:t>
    </dgm:pt>
    <dgm:pt modelId="{AE6B6DF6-E70E-4F1A-A147-73567A503568}" type="parTrans" cxnId="{23114FF5-C2E8-4B55-920B-25ECF861687F}">
      <dgm:prSet/>
      <dgm:spPr/>
      <dgm:t>
        <a:bodyPr/>
        <a:lstStyle/>
        <a:p>
          <a:endParaRPr lang="en-ID"/>
        </a:p>
      </dgm:t>
    </dgm:pt>
    <dgm:pt modelId="{4FEAA6FF-1092-4B42-9A97-FD667C3378E9}" type="sibTrans" cxnId="{23114FF5-C2E8-4B55-920B-25ECF861687F}">
      <dgm:prSet/>
      <dgm:spPr/>
      <dgm:t>
        <a:bodyPr/>
        <a:lstStyle/>
        <a:p>
          <a:endParaRPr lang="en-ID"/>
        </a:p>
      </dgm:t>
    </dgm:pt>
    <dgm:pt modelId="{7EA7927B-D600-42CB-AC53-BA47B992FDCD}">
      <dgm:prSet phldrT="[Text]" custT="1"/>
      <dgm:spPr/>
      <dgm:t>
        <a:bodyPr/>
        <a:lstStyle/>
        <a:p>
          <a:pPr algn="l"/>
          <a:endParaRPr lang="en-US" sz="1400" b="0" u="none" dirty="0">
            <a:solidFill>
              <a:schemeClr val="bg2"/>
            </a:solidFill>
          </a:endParaRPr>
        </a:p>
        <a:p>
          <a:pPr algn="l"/>
          <a:endParaRPr lang="en-US" sz="1200" b="0" u="none" dirty="0">
            <a:solidFill>
              <a:schemeClr val="bg2"/>
            </a:solidFill>
          </a:endParaRPr>
        </a:p>
        <a:p>
          <a:pPr algn="l"/>
          <a:endParaRPr lang="en-US" sz="1200" b="0" u="none" dirty="0">
            <a:solidFill>
              <a:schemeClr val="bg2"/>
            </a:solidFill>
          </a:endParaRPr>
        </a:p>
        <a:p>
          <a:pPr algn="l"/>
          <a:endParaRPr lang="en-US" sz="1200" b="0" u="none" dirty="0">
            <a:solidFill>
              <a:schemeClr val="bg2"/>
            </a:solidFill>
          </a:endParaRPr>
        </a:p>
        <a:p>
          <a:pPr algn="l"/>
          <a:endParaRPr lang="en-ID" sz="1200" b="0" u="none" dirty="0">
            <a:solidFill>
              <a:schemeClr val="bg2"/>
            </a:solidFill>
          </a:endParaRPr>
        </a:p>
      </dgm:t>
    </dgm:pt>
    <dgm:pt modelId="{125E5849-7D94-44BD-A6D6-41991726C8FC}" type="parTrans" cxnId="{2254F54E-A31F-4279-A9D4-97292DD3B6FA}">
      <dgm:prSet/>
      <dgm:spPr/>
      <dgm:t>
        <a:bodyPr/>
        <a:lstStyle/>
        <a:p>
          <a:endParaRPr lang="en-ID"/>
        </a:p>
      </dgm:t>
    </dgm:pt>
    <dgm:pt modelId="{4D6882EA-A5AB-4A8D-A777-BE6FED5F5A51}" type="sibTrans" cxnId="{2254F54E-A31F-4279-A9D4-97292DD3B6FA}">
      <dgm:prSet/>
      <dgm:spPr/>
      <dgm:t>
        <a:bodyPr/>
        <a:lstStyle/>
        <a:p>
          <a:endParaRPr lang="en-ID"/>
        </a:p>
      </dgm:t>
    </dgm:pt>
    <dgm:pt modelId="{936A0678-D748-4B4E-89B0-E9394B9AA103}">
      <dgm:prSet phldrT="[Text]" custT="1"/>
      <dgm:spPr/>
      <dgm:t>
        <a:bodyPr/>
        <a:lstStyle/>
        <a:p>
          <a:pPr algn="l"/>
          <a:endParaRPr lang="en-US" sz="1200" b="0" u="none" dirty="0">
            <a:solidFill>
              <a:schemeClr val="bg2"/>
            </a:solidFill>
          </a:endParaRPr>
        </a:p>
        <a:p>
          <a:pPr algn="l"/>
          <a:endParaRPr lang="en-US" sz="1200" b="0" u="none" dirty="0">
            <a:solidFill>
              <a:schemeClr val="bg2"/>
            </a:solidFill>
          </a:endParaRPr>
        </a:p>
      </dgm:t>
    </dgm:pt>
    <dgm:pt modelId="{9931D363-11A1-46E5-A71C-EF7F12FFF4A3}" type="parTrans" cxnId="{28D3973E-E15E-4918-9EAF-019EE346F277}">
      <dgm:prSet/>
      <dgm:spPr/>
      <dgm:t>
        <a:bodyPr/>
        <a:lstStyle/>
        <a:p>
          <a:endParaRPr lang="en-ID"/>
        </a:p>
      </dgm:t>
    </dgm:pt>
    <dgm:pt modelId="{3D613D2C-1B91-45BC-9689-BB3FD772E793}" type="sibTrans" cxnId="{28D3973E-E15E-4918-9EAF-019EE346F277}">
      <dgm:prSet/>
      <dgm:spPr/>
      <dgm:t>
        <a:bodyPr/>
        <a:lstStyle/>
        <a:p>
          <a:endParaRPr lang="en-ID"/>
        </a:p>
      </dgm:t>
    </dgm:pt>
    <dgm:pt modelId="{B3FFDD1C-3A9B-4EE8-AE16-5F756AF36B0E}" type="pres">
      <dgm:prSet presAssocID="{A254EC9A-76FC-4246-9F50-0421FD4DBD14}" presName="composite" presStyleCnt="0">
        <dgm:presLayoutVars>
          <dgm:chMax val="1"/>
          <dgm:dir/>
          <dgm:resizeHandles val="exact"/>
        </dgm:presLayoutVars>
      </dgm:prSet>
      <dgm:spPr/>
    </dgm:pt>
    <dgm:pt modelId="{43C2862D-3090-4B32-836A-E82CD0438802}" type="pres">
      <dgm:prSet presAssocID="{9E8A0414-E900-41FF-BA54-87F01C79476B}" presName="roof" presStyleLbl="dkBgShp" presStyleIdx="0" presStyleCnt="2" custScaleY="51481" custLinFactNeighborY="15876"/>
      <dgm:spPr/>
    </dgm:pt>
    <dgm:pt modelId="{D1C49C27-86B5-4F56-BC0A-B9B1FAABD4F5}" type="pres">
      <dgm:prSet presAssocID="{9E8A0414-E900-41FF-BA54-87F01C79476B}" presName="pillars" presStyleCnt="0"/>
      <dgm:spPr/>
    </dgm:pt>
    <dgm:pt modelId="{52E37E48-2322-4486-8CC4-893618EA786B}" type="pres">
      <dgm:prSet presAssocID="{9E8A0414-E900-41FF-BA54-87F01C79476B}" presName="pillar1" presStyleLbl="node1" presStyleIdx="0" presStyleCnt="3" custScaleY="113663" custLinFactNeighborX="1207" custLinFactNeighborY="3494">
        <dgm:presLayoutVars>
          <dgm:bulletEnabled val="1"/>
        </dgm:presLayoutVars>
      </dgm:prSet>
      <dgm:spPr/>
    </dgm:pt>
    <dgm:pt modelId="{1B1E7CD4-4673-4A14-A8EF-5091B2D5D629}" type="pres">
      <dgm:prSet presAssocID="{7EA7927B-D600-42CB-AC53-BA47B992FDCD}" presName="pillarX" presStyleLbl="node1" presStyleIdx="1" presStyleCnt="3" custScaleY="108033" custLinFactNeighborY="319">
        <dgm:presLayoutVars>
          <dgm:bulletEnabled val="1"/>
        </dgm:presLayoutVars>
      </dgm:prSet>
      <dgm:spPr/>
    </dgm:pt>
    <dgm:pt modelId="{DEDA0F29-900D-4BEC-A714-2CCCE62FB391}" type="pres">
      <dgm:prSet presAssocID="{936A0678-D748-4B4E-89B0-E9394B9AA103}" presName="pillarX" presStyleLbl="node1" presStyleIdx="2" presStyleCnt="3" custScaleY="107395">
        <dgm:presLayoutVars>
          <dgm:bulletEnabled val="1"/>
        </dgm:presLayoutVars>
      </dgm:prSet>
      <dgm:spPr/>
    </dgm:pt>
    <dgm:pt modelId="{D790E141-01D3-4C98-83BE-1A248C682408}" type="pres">
      <dgm:prSet presAssocID="{9E8A0414-E900-41FF-BA54-87F01C79476B}" presName="base" presStyleLbl="dkBgShp" presStyleIdx="1" presStyleCnt="2"/>
      <dgm:spPr/>
    </dgm:pt>
  </dgm:ptLst>
  <dgm:cxnLst>
    <dgm:cxn modelId="{77714506-FB68-48BA-81D4-9BA1931E34A1}" type="presOf" srcId="{936A0678-D748-4B4E-89B0-E9394B9AA103}" destId="{DEDA0F29-900D-4BEC-A714-2CCCE62FB391}" srcOrd="0" destOrd="0" presId="urn:microsoft.com/office/officeart/2005/8/layout/hList3"/>
    <dgm:cxn modelId="{F7A5670B-2771-4BCB-A901-0FF314F2B410}" type="presOf" srcId="{A254EC9A-76FC-4246-9F50-0421FD4DBD14}" destId="{B3FFDD1C-3A9B-4EE8-AE16-5F756AF36B0E}" srcOrd="0" destOrd="0" presId="urn:microsoft.com/office/officeart/2005/8/layout/hList3"/>
    <dgm:cxn modelId="{28D3973E-E15E-4918-9EAF-019EE346F277}" srcId="{9E8A0414-E900-41FF-BA54-87F01C79476B}" destId="{936A0678-D748-4B4E-89B0-E9394B9AA103}" srcOrd="2" destOrd="0" parTransId="{9931D363-11A1-46E5-A71C-EF7F12FFF4A3}" sibTransId="{3D613D2C-1B91-45BC-9689-BB3FD772E793}"/>
    <dgm:cxn modelId="{72B23B65-7C93-4B72-9CF3-917404734A20}" type="presOf" srcId="{9E8A0414-E900-41FF-BA54-87F01C79476B}" destId="{43C2862D-3090-4B32-836A-E82CD0438802}" srcOrd="0" destOrd="0" presId="urn:microsoft.com/office/officeart/2005/8/layout/hList3"/>
    <dgm:cxn modelId="{2254F54E-A31F-4279-A9D4-97292DD3B6FA}" srcId="{9E8A0414-E900-41FF-BA54-87F01C79476B}" destId="{7EA7927B-D600-42CB-AC53-BA47B992FDCD}" srcOrd="1" destOrd="0" parTransId="{125E5849-7D94-44BD-A6D6-41991726C8FC}" sibTransId="{4D6882EA-A5AB-4A8D-A777-BE6FED5F5A51}"/>
    <dgm:cxn modelId="{37E53A7E-FC56-410F-9193-11350F89DBEF}" type="presOf" srcId="{4130E627-2172-410F-B846-C0F4C6AA89CD}" destId="{52E37E48-2322-4486-8CC4-893618EA786B}" srcOrd="0" destOrd="0" presId="urn:microsoft.com/office/officeart/2005/8/layout/hList3"/>
    <dgm:cxn modelId="{A593FAA8-2247-4E0C-A26C-F9A161903CBD}" type="presOf" srcId="{7EA7927B-D600-42CB-AC53-BA47B992FDCD}" destId="{1B1E7CD4-4673-4A14-A8EF-5091B2D5D629}" srcOrd="0" destOrd="0" presId="urn:microsoft.com/office/officeart/2005/8/layout/hList3"/>
    <dgm:cxn modelId="{EF0E38D4-F14A-4BE9-9AE6-197B0C7DD94E}" srcId="{A254EC9A-76FC-4246-9F50-0421FD4DBD14}" destId="{9E8A0414-E900-41FF-BA54-87F01C79476B}" srcOrd="0" destOrd="0" parTransId="{22D906EE-8E05-4904-9253-754F0FE8406D}" sibTransId="{6DB77685-AD41-4992-8628-9CACC8B142E8}"/>
    <dgm:cxn modelId="{23114FF5-C2E8-4B55-920B-25ECF861687F}" srcId="{9E8A0414-E900-41FF-BA54-87F01C79476B}" destId="{4130E627-2172-410F-B846-C0F4C6AA89CD}" srcOrd="0" destOrd="0" parTransId="{AE6B6DF6-E70E-4F1A-A147-73567A503568}" sibTransId="{4FEAA6FF-1092-4B42-9A97-FD667C3378E9}"/>
    <dgm:cxn modelId="{EF48C61D-DEF0-4810-AB11-09D954179FA4}" type="presParOf" srcId="{B3FFDD1C-3A9B-4EE8-AE16-5F756AF36B0E}" destId="{43C2862D-3090-4B32-836A-E82CD0438802}" srcOrd="0" destOrd="0" presId="urn:microsoft.com/office/officeart/2005/8/layout/hList3"/>
    <dgm:cxn modelId="{BC4CBFCA-340C-49B5-B98D-AF7BC73784C8}" type="presParOf" srcId="{B3FFDD1C-3A9B-4EE8-AE16-5F756AF36B0E}" destId="{D1C49C27-86B5-4F56-BC0A-B9B1FAABD4F5}" srcOrd="1" destOrd="0" presId="urn:microsoft.com/office/officeart/2005/8/layout/hList3"/>
    <dgm:cxn modelId="{22A8D3DF-38C6-43DB-9EE3-027B053F85FC}" type="presParOf" srcId="{D1C49C27-86B5-4F56-BC0A-B9B1FAABD4F5}" destId="{52E37E48-2322-4486-8CC4-893618EA786B}" srcOrd="0" destOrd="0" presId="urn:microsoft.com/office/officeart/2005/8/layout/hList3"/>
    <dgm:cxn modelId="{85DF8980-3BC3-4FE0-8C67-8B50255EED88}" type="presParOf" srcId="{D1C49C27-86B5-4F56-BC0A-B9B1FAABD4F5}" destId="{1B1E7CD4-4673-4A14-A8EF-5091B2D5D629}" srcOrd="1" destOrd="0" presId="urn:microsoft.com/office/officeart/2005/8/layout/hList3"/>
    <dgm:cxn modelId="{B48BC1A7-5E35-49DB-BAC5-6B9A448D7631}" type="presParOf" srcId="{D1C49C27-86B5-4F56-BC0A-B9B1FAABD4F5}" destId="{DEDA0F29-900D-4BEC-A714-2CCCE62FB391}" srcOrd="2" destOrd="0" presId="urn:microsoft.com/office/officeart/2005/8/layout/hList3"/>
    <dgm:cxn modelId="{5F9FF4AA-9A24-45EE-8BD2-B31B48A5480E}" type="presParOf" srcId="{B3FFDD1C-3A9B-4EE8-AE16-5F756AF36B0E}" destId="{D790E141-01D3-4C98-83BE-1A248C682408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8602A6A-C3BC-47C9-8493-3DD8581A2897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D"/>
        </a:p>
      </dgm:t>
    </dgm:pt>
    <dgm:pt modelId="{FBFE3929-1A37-4637-B511-42BB9026B0BF}">
      <dgm:prSet phldrT="[Text]" custT="1"/>
      <dgm:spPr>
        <a:solidFill>
          <a:srgbClr val="C00000"/>
        </a:solidFill>
      </dgm:spPr>
      <dgm:t>
        <a:bodyPr/>
        <a:lstStyle/>
        <a:p>
          <a:r>
            <a:rPr lang="en-US" sz="2400" b="1" dirty="0"/>
            <a:t>HIPOTESIS PENELITIAN</a:t>
          </a:r>
          <a:endParaRPr lang="en-ID" sz="2400" b="1" dirty="0"/>
        </a:p>
      </dgm:t>
    </dgm:pt>
    <dgm:pt modelId="{B5890F11-7C33-4594-8042-513CA6920F98}" type="parTrans" cxnId="{480F6AB6-46E8-413A-AB43-FF02CA9A05C8}">
      <dgm:prSet/>
      <dgm:spPr/>
      <dgm:t>
        <a:bodyPr/>
        <a:lstStyle/>
        <a:p>
          <a:endParaRPr lang="en-ID"/>
        </a:p>
      </dgm:t>
    </dgm:pt>
    <dgm:pt modelId="{0781AD18-2CA2-4D1A-A394-DC8A9588633E}" type="sibTrans" cxnId="{480F6AB6-46E8-413A-AB43-FF02CA9A05C8}">
      <dgm:prSet/>
      <dgm:spPr/>
      <dgm:t>
        <a:bodyPr/>
        <a:lstStyle/>
        <a:p>
          <a:endParaRPr lang="en-ID"/>
        </a:p>
      </dgm:t>
    </dgm:pt>
    <dgm:pt modelId="{E05125B3-456F-4C98-B5EB-ABC9435E8065}">
      <dgm:prSet phldrT="[Text]" phldr="1"/>
      <dgm:spPr/>
      <dgm:t>
        <a:bodyPr/>
        <a:lstStyle/>
        <a:p>
          <a:endParaRPr lang="en-ID" dirty="0"/>
        </a:p>
      </dgm:t>
    </dgm:pt>
    <dgm:pt modelId="{03309A0E-2608-4616-88FA-D5A112059A14}" type="parTrans" cxnId="{7343AA38-908E-49F7-8CC0-01BCBE2C785E}">
      <dgm:prSet/>
      <dgm:spPr/>
      <dgm:t>
        <a:bodyPr/>
        <a:lstStyle/>
        <a:p>
          <a:endParaRPr lang="en-ID"/>
        </a:p>
      </dgm:t>
    </dgm:pt>
    <dgm:pt modelId="{A3FC77FE-92CC-4389-BF17-1B7D999EB2CC}" type="sibTrans" cxnId="{7343AA38-908E-49F7-8CC0-01BCBE2C785E}">
      <dgm:prSet/>
      <dgm:spPr/>
      <dgm:t>
        <a:bodyPr/>
        <a:lstStyle/>
        <a:p>
          <a:endParaRPr lang="en-ID"/>
        </a:p>
      </dgm:t>
    </dgm:pt>
    <dgm:pt modelId="{2F8A5AC9-A794-4806-A694-9A28D8C360BD}">
      <dgm:prSet phldrT="[Text]" phldr="1"/>
      <dgm:spPr/>
      <dgm:t>
        <a:bodyPr/>
        <a:lstStyle/>
        <a:p>
          <a:endParaRPr lang="en-ID" dirty="0"/>
        </a:p>
      </dgm:t>
    </dgm:pt>
    <dgm:pt modelId="{4E3185CF-506D-4A2C-A862-298891A623B4}" type="parTrans" cxnId="{401F48AD-F1CB-4A7C-B047-31F949E38DEF}">
      <dgm:prSet/>
      <dgm:spPr/>
      <dgm:t>
        <a:bodyPr/>
        <a:lstStyle/>
        <a:p>
          <a:endParaRPr lang="en-ID"/>
        </a:p>
      </dgm:t>
    </dgm:pt>
    <dgm:pt modelId="{9C76E7AC-AE3D-4A14-9A13-1A2EBF06D884}" type="sibTrans" cxnId="{401F48AD-F1CB-4A7C-B047-31F949E38DEF}">
      <dgm:prSet/>
      <dgm:spPr/>
      <dgm:t>
        <a:bodyPr/>
        <a:lstStyle/>
        <a:p>
          <a:endParaRPr lang="en-ID"/>
        </a:p>
      </dgm:t>
    </dgm:pt>
    <dgm:pt modelId="{F8828019-0251-451E-9DFE-76DBE9792327}">
      <dgm:prSet phldrT="[Text]" phldr="1"/>
      <dgm:spPr/>
      <dgm:t>
        <a:bodyPr/>
        <a:lstStyle/>
        <a:p>
          <a:endParaRPr lang="en-ID" dirty="0"/>
        </a:p>
      </dgm:t>
    </dgm:pt>
    <dgm:pt modelId="{BFA7A943-31B6-4908-B0E9-D8C0F5A34423}" type="parTrans" cxnId="{01C27C56-3DDC-471A-8D82-23638A3716AC}">
      <dgm:prSet/>
      <dgm:spPr/>
      <dgm:t>
        <a:bodyPr/>
        <a:lstStyle/>
        <a:p>
          <a:endParaRPr lang="en-ID"/>
        </a:p>
      </dgm:t>
    </dgm:pt>
    <dgm:pt modelId="{2232A1FA-6A33-40D2-B7A5-0D44A26A3538}" type="sibTrans" cxnId="{01C27C56-3DDC-471A-8D82-23638A3716AC}">
      <dgm:prSet/>
      <dgm:spPr/>
      <dgm:t>
        <a:bodyPr/>
        <a:lstStyle/>
        <a:p>
          <a:endParaRPr lang="en-ID"/>
        </a:p>
      </dgm:t>
    </dgm:pt>
    <dgm:pt modelId="{C7971789-61B2-4BD2-A3A0-6D23000022FD}" type="pres">
      <dgm:prSet presAssocID="{F8602A6A-C3BC-47C9-8493-3DD8581A2897}" presName="composite" presStyleCnt="0">
        <dgm:presLayoutVars>
          <dgm:chMax val="1"/>
          <dgm:dir/>
          <dgm:resizeHandles val="exact"/>
        </dgm:presLayoutVars>
      </dgm:prSet>
      <dgm:spPr/>
    </dgm:pt>
    <dgm:pt modelId="{1A3D2B6A-BC88-40C5-90C7-D3667925F7B7}" type="pres">
      <dgm:prSet presAssocID="{FBFE3929-1A37-4637-B511-42BB9026B0BF}" presName="roof" presStyleLbl="dkBgShp" presStyleIdx="0" presStyleCnt="2" custScaleY="61365" custLinFactNeighborY="1326"/>
      <dgm:spPr/>
    </dgm:pt>
    <dgm:pt modelId="{3F2B242E-587D-4E1A-8448-BF45E872C8F5}" type="pres">
      <dgm:prSet presAssocID="{FBFE3929-1A37-4637-B511-42BB9026B0BF}" presName="pillars" presStyleCnt="0"/>
      <dgm:spPr/>
    </dgm:pt>
    <dgm:pt modelId="{BF426026-B164-4E37-ADA7-32FF269330DF}" type="pres">
      <dgm:prSet presAssocID="{FBFE3929-1A37-4637-B511-42BB9026B0BF}" presName="pillar1" presStyleLbl="node1" presStyleIdx="0" presStyleCnt="3" custScaleY="117622">
        <dgm:presLayoutVars>
          <dgm:bulletEnabled val="1"/>
        </dgm:presLayoutVars>
      </dgm:prSet>
      <dgm:spPr/>
    </dgm:pt>
    <dgm:pt modelId="{5DDB1897-0D03-4942-AE95-DE4BCAA03F5F}" type="pres">
      <dgm:prSet presAssocID="{2F8A5AC9-A794-4806-A694-9A28D8C360BD}" presName="pillarX" presStyleLbl="node1" presStyleIdx="1" presStyleCnt="3" custScaleY="117622">
        <dgm:presLayoutVars>
          <dgm:bulletEnabled val="1"/>
        </dgm:presLayoutVars>
      </dgm:prSet>
      <dgm:spPr/>
    </dgm:pt>
    <dgm:pt modelId="{89EE9948-FBDE-4301-BD2F-55986D606535}" type="pres">
      <dgm:prSet presAssocID="{F8828019-0251-451E-9DFE-76DBE9792327}" presName="pillarX" presStyleLbl="node1" presStyleIdx="2" presStyleCnt="3" custScaleY="117622">
        <dgm:presLayoutVars>
          <dgm:bulletEnabled val="1"/>
        </dgm:presLayoutVars>
      </dgm:prSet>
      <dgm:spPr/>
    </dgm:pt>
    <dgm:pt modelId="{09FBE3F8-E586-472B-B9FA-2015C6CA452D}" type="pres">
      <dgm:prSet presAssocID="{FBFE3929-1A37-4637-B511-42BB9026B0BF}" presName="base" presStyleLbl="dkBgShp" presStyleIdx="1" presStyleCnt="2" custLinFactNeighborY="42156"/>
      <dgm:spPr/>
    </dgm:pt>
  </dgm:ptLst>
  <dgm:cxnLst>
    <dgm:cxn modelId="{E1B1F314-D58A-4433-9DD8-BD6BCAE6128C}" type="presOf" srcId="{2F8A5AC9-A794-4806-A694-9A28D8C360BD}" destId="{5DDB1897-0D03-4942-AE95-DE4BCAA03F5F}" srcOrd="0" destOrd="0" presId="urn:microsoft.com/office/officeart/2005/8/layout/hList3"/>
    <dgm:cxn modelId="{FCD39B27-19C7-4482-9E87-38CE6CC7AA75}" type="presOf" srcId="{FBFE3929-1A37-4637-B511-42BB9026B0BF}" destId="{1A3D2B6A-BC88-40C5-90C7-D3667925F7B7}" srcOrd="0" destOrd="0" presId="urn:microsoft.com/office/officeart/2005/8/layout/hList3"/>
    <dgm:cxn modelId="{82BF8D28-9052-46CA-9618-C878F10C1D30}" type="presOf" srcId="{F8602A6A-C3BC-47C9-8493-3DD8581A2897}" destId="{C7971789-61B2-4BD2-A3A0-6D23000022FD}" srcOrd="0" destOrd="0" presId="urn:microsoft.com/office/officeart/2005/8/layout/hList3"/>
    <dgm:cxn modelId="{7343AA38-908E-49F7-8CC0-01BCBE2C785E}" srcId="{FBFE3929-1A37-4637-B511-42BB9026B0BF}" destId="{E05125B3-456F-4C98-B5EB-ABC9435E8065}" srcOrd="0" destOrd="0" parTransId="{03309A0E-2608-4616-88FA-D5A112059A14}" sibTransId="{A3FC77FE-92CC-4389-BF17-1B7D999EB2CC}"/>
    <dgm:cxn modelId="{01C27C56-3DDC-471A-8D82-23638A3716AC}" srcId="{FBFE3929-1A37-4637-B511-42BB9026B0BF}" destId="{F8828019-0251-451E-9DFE-76DBE9792327}" srcOrd="2" destOrd="0" parTransId="{BFA7A943-31B6-4908-B0E9-D8C0F5A34423}" sibTransId="{2232A1FA-6A33-40D2-B7A5-0D44A26A3538}"/>
    <dgm:cxn modelId="{401F48AD-F1CB-4A7C-B047-31F949E38DEF}" srcId="{FBFE3929-1A37-4637-B511-42BB9026B0BF}" destId="{2F8A5AC9-A794-4806-A694-9A28D8C360BD}" srcOrd="1" destOrd="0" parTransId="{4E3185CF-506D-4A2C-A862-298891A623B4}" sibTransId="{9C76E7AC-AE3D-4A14-9A13-1A2EBF06D884}"/>
    <dgm:cxn modelId="{480F6AB6-46E8-413A-AB43-FF02CA9A05C8}" srcId="{F8602A6A-C3BC-47C9-8493-3DD8581A2897}" destId="{FBFE3929-1A37-4637-B511-42BB9026B0BF}" srcOrd="0" destOrd="0" parTransId="{B5890F11-7C33-4594-8042-513CA6920F98}" sibTransId="{0781AD18-2CA2-4D1A-A394-DC8A9588633E}"/>
    <dgm:cxn modelId="{ABB8CFD6-090D-48C5-A3E1-8B61B4648662}" type="presOf" srcId="{E05125B3-456F-4C98-B5EB-ABC9435E8065}" destId="{BF426026-B164-4E37-ADA7-32FF269330DF}" srcOrd="0" destOrd="0" presId="urn:microsoft.com/office/officeart/2005/8/layout/hList3"/>
    <dgm:cxn modelId="{4C0C3DE9-3AB0-44D5-B4ED-E838D13F0877}" type="presOf" srcId="{F8828019-0251-451E-9DFE-76DBE9792327}" destId="{89EE9948-FBDE-4301-BD2F-55986D606535}" srcOrd="0" destOrd="0" presId="urn:microsoft.com/office/officeart/2005/8/layout/hList3"/>
    <dgm:cxn modelId="{221B515B-C132-40D4-82F5-AAA32F255109}" type="presParOf" srcId="{C7971789-61B2-4BD2-A3A0-6D23000022FD}" destId="{1A3D2B6A-BC88-40C5-90C7-D3667925F7B7}" srcOrd="0" destOrd="0" presId="urn:microsoft.com/office/officeart/2005/8/layout/hList3"/>
    <dgm:cxn modelId="{FE1CB759-0651-4057-81E9-F773DA9F81C8}" type="presParOf" srcId="{C7971789-61B2-4BD2-A3A0-6D23000022FD}" destId="{3F2B242E-587D-4E1A-8448-BF45E872C8F5}" srcOrd="1" destOrd="0" presId="urn:microsoft.com/office/officeart/2005/8/layout/hList3"/>
    <dgm:cxn modelId="{CC2B64B5-AA0B-43C6-96CD-4F727B6B1806}" type="presParOf" srcId="{3F2B242E-587D-4E1A-8448-BF45E872C8F5}" destId="{BF426026-B164-4E37-ADA7-32FF269330DF}" srcOrd="0" destOrd="0" presId="urn:microsoft.com/office/officeart/2005/8/layout/hList3"/>
    <dgm:cxn modelId="{3FE41E46-E1AC-44A2-A8B2-140BACA96C17}" type="presParOf" srcId="{3F2B242E-587D-4E1A-8448-BF45E872C8F5}" destId="{5DDB1897-0D03-4942-AE95-DE4BCAA03F5F}" srcOrd="1" destOrd="0" presId="urn:microsoft.com/office/officeart/2005/8/layout/hList3"/>
    <dgm:cxn modelId="{4A9D19FB-7C40-431B-A0D5-F8E9821AEB8A}" type="presParOf" srcId="{3F2B242E-587D-4E1A-8448-BF45E872C8F5}" destId="{89EE9948-FBDE-4301-BD2F-55986D606535}" srcOrd="2" destOrd="0" presId="urn:microsoft.com/office/officeart/2005/8/layout/hList3"/>
    <dgm:cxn modelId="{946198E3-DAEF-4D4D-B925-7B15871B3907}" type="presParOf" srcId="{C7971789-61B2-4BD2-A3A0-6D23000022FD}" destId="{09FBE3F8-E586-472B-B9FA-2015C6CA452D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68D6A2F-52E6-4A85-B4FF-2BC910278CC1}" type="doc">
      <dgm:prSet loTypeId="urn:microsoft.com/office/officeart/2005/8/layout/hierarchy2" loCatId="hierarchy" qsTypeId="urn:microsoft.com/office/officeart/2005/8/quickstyle/simple1" qsCatId="simple" csTypeId="urn:microsoft.com/office/officeart/2005/8/colors/accent5_3" csCatId="accent5" phldr="1"/>
      <dgm:spPr/>
      <dgm:t>
        <a:bodyPr/>
        <a:lstStyle/>
        <a:p>
          <a:endParaRPr lang="en-ID"/>
        </a:p>
      </dgm:t>
    </dgm:pt>
    <dgm:pt modelId="{A5357EB3-D96C-4108-A06A-0460B0EDFFF9}">
      <dgm:prSet phldrT="[Text]"/>
      <dgm:spPr/>
      <dgm:t>
        <a:bodyPr/>
        <a:lstStyle/>
        <a:p>
          <a:r>
            <a:rPr lang="en-US" dirty="0" err="1"/>
            <a:t>Pengujian</a:t>
          </a:r>
          <a:r>
            <a:rPr lang="en-US" dirty="0"/>
            <a:t> </a:t>
          </a:r>
          <a:r>
            <a:rPr lang="en-US" dirty="0" err="1"/>
            <a:t>Hipotesis</a:t>
          </a:r>
          <a:endParaRPr lang="en-ID" dirty="0"/>
        </a:p>
      </dgm:t>
    </dgm:pt>
    <dgm:pt modelId="{7F4F0B27-8DAA-4C96-A9F7-FA5C217BF8B7}" type="parTrans" cxnId="{F6C37762-423E-436F-A8C5-A8D6752D175B}">
      <dgm:prSet/>
      <dgm:spPr/>
      <dgm:t>
        <a:bodyPr/>
        <a:lstStyle/>
        <a:p>
          <a:endParaRPr lang="en-ID"/>
        </a:p>
      </dgm:t>
    </dgm:pt>
    <dgm:pt modelId="{C330A601-D3A4-44BB-AA4B-AEBC1494C1A0}" type="sibTrans" cxnId="{F6C37762-423E-436F-A8C5-A8D6752D175B}">
      <dgm:prSet/>
      <dgm:spPr/>
      <dgm:t>
        <a:bodyPr/>
        <a:lstStyle/>
        <a:p>
          <a:endParaRPr lang="en-ID"/>
        </a:p>
      </dgm:t>
    </dgm:pt>
    <dgm:pt modelId="{735AC462-7C76-4A6C-A018-BB95342DA46A}">
      <dgm:prSet phldrT="[Text]"/>
      <dgm:spPr/>
      <dgm:t>
        <a:bodyPr/>
        <a:lstStyle/>
        <a:p>
          <a:r>
            <a:rPr lang="en-US"/>
            <a:t>Hipotesis Direksional</a:t>
          </a:r>
          <a:endParaRPr lang="en-ID" dirty="0"/>
        </a:p>
      </dgm:t>
    </dgm:pt>
    <dgm:pt modelId="{FAC16155-ECA9-4B6D-B6F6-FE32C4E66A86}" type="parTrans" cxnId="{0169C287-D020-41E1-825C-151F4FE544B3}">
      <dgm:prSet/>
      <dgm:spPr/>
      <dgm:t>
        <a:bodyPr/>
        <a:lstStyle/>
        <a:p>
          <a:endParaRPr lang="en-ID"/>
        </a:p>
      </dgm:t>
    </dgm:pt>
    <dgm:pt modelId="{9CCC53A3-B107-4327-98D9-40CF0C1ED868}" type="sibTrans" cxnId="{0169C287-D020-41E1-825C-151F4FE544B3}">
      <dgm:prSet/>
      <dgm:spPr/>
      <dgm:t>
        <a:bodyPr/>
        <a:lstStyle/>
        <a:p>
          <a:endParaRPr lang="en-ID"/>
        </a:p>
      </dgm:t>
    </dgm:pt>
    <dgm:pt modelId="{D80DE64B-5950-4906-9E01-DDA0D7852786}">
      <dgm:prSet phldrT="[Text]"/>
      <dgm:spPr/>
      <dgm:t>
        <a:bodyPr/>
        <a:lstStyle/>
        <a:p>
          <a:r>
            <a:rPr lang="en-US"/>
            <a:t>Uji Pihak Kiri</a:t>
          </a:r>
          <a:endParaRPr lang="en-ID" dirty="0"/>
        </a:p>
      </dgm:t>
    </dgm:pt>
    <dgm:pt modelId="{91F97DB0-5E4B-4B82-9BE6-162E41344B82}" type="parTrans" cxnId="{791FC58B-186F-42B6-A8B3-AF9C96C2F3BC}">
      <dgm:prSet/>
      <dgm:spPr/>
      <dgm:t>
        <a:bodyPr/>
        <a:lstStyle/>
        <a:p>
          <a:endParaRPr lang="en-ID"/>
        </a:p>
      </dgm:t>
    </dgm:pt>
    <dgm:pt modelId="{2BFD07E5-477B-4523-9909-BB43D5F2581A}" type="sibTrans" cxnId="{791FC58B-186F-42B6-A8B3-AF9C96C2F3BC}">
      <dgm:prSet/>
      <dgm:spPr/>
      <dgm:t>
        <a:bodyPr/>
        <a:lstStyle/>
        <a:p>
          <a:endParaRPr lang="en-ID"/>
        </a:p>
      </dgm:t>
    </dgm:pt>
    <dgm:pt modelId="{23B284A5-0D1F-4369-B486-D0CC59E223D7}">
      <dgm:prSet phldrT="[Text]"/>
      <dgm:spPr/>
      <dgm:t>
        <a:bodyPr/>
        <a:lstStyle/>
        <a:p>
          <a:r>
            <a:rPr lang="en-US"/>
            <a:t>Uji Pihak Kanan</a:t>
          </a:r>
          <a:endParaRPr lang="en-ID" dirty="0"/>
        </a:p>
      </dgm:t>
    </dgm:pt>
    <dgm:pt modelId="{B1F0C3A6-F6AD-478C-8CFF-0126E82FE93E}" type="parTrans" cxnId="{A42DF33F-96FF-4311-B64E-9AB8E9580BD1}">
      <dgm:prSet/>
      <dgm:spPr/>
      <dgm:t>
        <a:bodyPr/>
        <a:lstStyle/>
        <a:p>
          <a:endParaRPr lang="en-ID"/>
        </a:p>
      </dgm:t>
    </dgm:pt>
    <dgm:pt modelId="{F54843E6-8E48-44CA-B0C9-50B28D98A074}" type="sibTrans" cxnId="{A42DF33F-96FF-4311-B64E-9AB8E9580BD1}">
      <dgm:prSet/>
      <dgm:spPr/>
      <dgm:t>
        <a:bodyPr/>
        <a:lstStyle/>
        <a:p>
          <a:endParaRPr lang="en-ID"/>
        </a:p>
      </dgm:t>
    </dgm:pt>
    <dgm:pt modelId="{6A4351D7-CB74-4782-ACBA-410B010219D4}">
      <dgm:prSet phldrT="[Text]"/>
      <dgm:spPr/>
      <dgm:t>
        <a:bodyPr/>
        <a:lstStyle/>
        <a:p>
          <a:r>
            <a:rPr lang="en-US"/>
            <a:t>Hipotesis Non-direksional</a:t>
          </a:r>
          <a:endParaRPr lang="en-ID" dirty="0"/>
        </a:p>
      </dgm:t>
    </dgm:pt>
    <dgm:pt modelId="{AF6C13C2-555A-4076-866F-5A58F75FD13A}" type="parTrans" cxnId="{E4B05C29-5882-42A3-9D52-AAF0D055AA16}">
      <dgm:prSet/>
      <dgm:spPr/>
      <dgm:t>
        <a:bodyPr/>
        <a:lstStyle/>
        <a:p>
          <a:endParaRPr lang="en-ID"/>
        </a:p>
      </dgm:t>
    </dgm:pt>
    <dgm:pt modelId="{D687547E-FD15-4887-B725-ABA122462D1C}" type="sibTrans" cxnId="{E4B05C29-5882-42A3-9D52-AAF0D055AA16}">
      <dgm:prSet/>
      <dgm:spPr/>
      <dgm:t>
        <a:bodyPr/>
        <a:lstStyle/>
        <a:p>
          <a:endParaRPr lang="en-ID"/>
        </a:p>
      </dgm:t>
    </dgm:pt>
    <dgm:pt modelId="{BFF1B922-FD58-4923-9535-6A6DC4EE75D3}">
      <dgm:prSet phldrT="[Text]"/>
      <dgm:spPr/>
      <dgm:t>
        <a:bodyPr/>
        <a:lstStyle/>
        <a:p>
          <a:r>
            <a:rPr lang="en-US"/>
            <a:t>Uji Dua Pihak</a:t>
          </a:r>
          <a:endParaRPr lang="en-ID" dirty="0"/>
        </a:p>
      </dgm:t>
    </dgm:pt>
    <dgm:pt modelId="{9B44EC40-174F-43C9-B6DE-FB2217153C44}" type="parTrans" cxnId="{E7CD3D8F-2B93-4925-AE02-9B341DCEF28C}">
      <dgm:prSet/>
      <dgm:spPr/>
      <dgm:t>
        <a:bodyPr/>
        <a:lstStyle/>
        <a:p>
          <a:endParaRPr lang="en-ID"/>
        </a:p>
      </dgm:t>
    </dgm:pt>
    <dgm:pt modelId="{905FD3D4-8AF5-4CF5-90C7-57CA58309B3D}" type="sibTrans" cxnId="{E7CD3D8F-2B93-4925-AE02-9B341DCEF28C}">
      <dgm:prSet/>
      <dgm:spPr/>
      <dgm:t>
        <a:bodyPr/>
        <a:lstStyle/>
        <a:p>
          <a:endParaRPr lang="en-ID"/>
        </a:p>
      </dgm:t>
    </dgm:pt>
    <dgm:pt modelId="{088C629C-9DCF-402E-8269-98408415D3B3}" type="pres">
      <dgm:prSet presAssocID="{368D6A2F-52E6-4A85-B4FF-2BC910278CC1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80EC24C3-EC9F-4302-B215-FE4D5694B547}" type="pres">
      <dgm:prSet presAssocID="{A5357EB3-D96C-4108-A06A-0460B0EDFFF9}" presName="root1" presStyleCnt="0"/>
      <dgm:spPr/>
    </dgm:pt>
    <dgm:pt modelId="{7F22946C-BCA9-4A70-8E33-982CB1BAFA2A}" type="pres">
      <dgm:prSet presAssocID="{A5357EB3-D96C-4108-A06A-0460B0EDFFF9}" presName="LevelOneTextNode" presStyleLbl="node0" presStyleIdx="0" presStyleCnt="1">
        <dgm:presLayoutVars>
          <dgm:chPref val="3"/>
        </dgm:presLayoutVars>
      </dgm:prSet>
      <dgm:spPr/>
    </dgm:pt>
    <dgm:pt modelId="{26F7B49F-9DEB-47A9-A3B4-DCABC3AC9A3C}" type="pres">
      <dgm:prSet presAssocID="{A5357EB3-D96C-4108-A06A-0460B0EDFFF9}" presName="level2hierChild" presStyleCnt="0"/>
      <dgm:spPr/>
    </dgm:pt>
    <dgm:pt modelId="{8929B65F-5208-42EE-AC5F-541C6AF34A4B}" type="pres">
      <dgm:prSet presAssocID="{FAC16155-ECA9-4B6D-B6F6-FE32C4E66A86}" presName="conn2-1" presStyleLbl="parChTrans1D2" presStyleIdx="0" presStyleCnt="2"/>
      <dgm:spPr/>
    </dgm:pt>
    <dgm:pt modelId="{1EB6D0C9-01E6-43CE-B6BC-4E6E4DD44B5B}" type="pres">
      <dgm:prSet presAssocID="{FAC16155-ECA9-4B6D-B6F6-FE32C4E66A86}" presName="connTx" presStyleLbl="parChTrans1D2" presStyleIdx="0" presStyleCnt="2"/>
      <dgm:spPr/>
    </dgm:pt>
    <dgm:pt modelId="{AA2AF1ED-7AF7-4AB7-8259-12354F96CE72}" type="pres">
      <dgm:prSet presAssocID="{735AC462-7C76-4A6C-A018-BB95342DA46A}" presName="root2" presStyleCnt="0"/>
      <dgm:spPr/>
    </dgm:pt>
    <dgm:pt modelId="{D0B15C30-14ED-49CD-9635-F37B722B5670}" type="pres">
      <dgm:prSet presAssocID="{735AC462-7C76-4A6C-A018-BB95342DA46A}" presName="LevelTwoTextNode" presStyleLbl="node2" presStyleIdx="0" presStyleCnt="2">
        <dgm:presLayoutVars>
          <dgm:chPref val="3"/>
        </dgm:presLayoutVars>
      </dgm:prSet>
      <dgm:spPr/>
    </dgm:pt>
    <dgm:pt modelId="{9CAC617D-7FF4-40AB-B9A3-223BB01C33CD}" type="pres">
      <dgm:prSet presAssocID="{735AC462-7C76-4A6C-A018-BB95342DA46A}" presName="level3hierChild" presStyleCnt="0"/>
      <dgm:spPr/>
    </dgm:pt>
    <dgm:pt modelId="{2490FA1B-C93A-4FD8-B5D9-10700E7F7F3F}" type="pres">
      <dgm:prSet presAssocID="{91F97DB0-5E4B-4B82-9BE6-162E41344B82}" presName="conn2-1" presStyleLbl="parChTrans1D3" presStyleIdx="0" presStyleCnt="3"/>
      <dgm:spPr/>
    </dgm:pt>
    <dgm:pt modelId="{B17649FE-164B-4FE4-A37A-3545CF9EB013}" type="pres">
      <dgm:prSet presAssocID="{91F97DB0-5E4B-4B82-9BE6-162E41344B82}" presName="connTx" presStyleLbl="parChTrans1D3" presStyleIdx="0" presStyleCnt="3"/>
      <dgm:spPr/>
    </dgm:pt>
    <dgm:pt modelId="{D4B92AB0-EEF9-44D9-A76E-0CA7DFF364B6}" type="pres">
      <dgm:prSet presAssocID="{D80DE64B-5950-4906-9E01-DDA0D7852786}" presName="root2" presStyleCnt="0"/>
      <dgm:spPr/>
    </dgm:pt>
    <dgm:pt modelId="{A48B46B6-841B-465A-B6C6-461AB153386D}" type="pres">
      <dgm:prSet presAssocID="{D80DE64B-5950-4906-9E01-DDA0D7852786}" presName="LevelTwoTextNode" presStyleLbl="node3" presStyleIdx="0" presStyleCnt="3">
        <dgm:presLayoutVars>
          <dgm:chPref val="3"/>
        </dgm:presLayoutVars>
      </dgm:prSet>
      <dgm:spPr/>
    </dgm:pt>
    <dgm:pt modelId="{0AEDDB03-A294-44BD-A0B7-65051C1DF54E}" type="pres">
      <dgm:prSet presAssocID="{D80DE64B-5950-4906-9E01-DDA0D7852786}" presName="level3hierChild" presStyleCnt="0"/>
      <dgm:spPr/>
    </dgm:pt>
    <dgm:pt modelId="{BD78F1A1-5C8A-4DF3-B31D-B992BECEE68F}" type="pres">
      <dgm:prSet presAssocID="{B1F0C3A6-F6AD-478C-8CFF-0126E82FE93E}" presName="conn2-1" presStyleLbl="parChTrans1D3" presStyleIdx="1" presStyleCnt="3"/>
      <dgm:spPr/>
    </dgm:pt>
    <dgm:pt modelId="{5B508C06-B6F4-4D8A-8E18-8B3E6797BD42}" type="pres">
      <dgm:prSet presAssocID="{B1F0C3A6-F6AD-478C-8CFF-0126E82FE93E}" presName="connTx" presStyleLbl="parChTrans1D3" presStyleIdx="1" presStyleCnt="3"/>
      <dgm:spPr/>
    </dgm:pt>
    <dgm:pt modelId="{BDC88281-516E-4F78-BA7A-6CBBC737BC61}" type="pres">
      <dgm:prSet presAssocID="{23B284A5-0D1F-4369-B486-D0CC59E223D7}" presName="root2" presStyleCnt="0"/>
      <dgm:spPr/>
    </dgm:pt>
    <dgm:pt modelId="{AAC8C830-E8BF-4023-9C27-BE7627664530}" type="pres">
      <dgm:prSet presAssocID="{23B284A5-0D1F-4369-B486-D0CC59E223D7}" presName="LevelTwoTextNode" presStyleLbl="node3" presStyleIdx="1" presStyleCnt="3">
        <dgm:presLayoutVars>
          <dgm:chPref val="3"/>
        </dgm:presLayoutVars>
      </dgm:prSet>
      <dgm:spPr/>
    </dgm:pt>
    <dgm:pt modelId="{A75E2DFB-4520-429F-B678-CFC6C355F41B}" type="pres">
      <dgm:prSet presAssocID="{23B284A5-0D1F-4369-B486-D0CC59E223D7}" presName="level3hierChild" presStyleCnt="0"/>
      <dgm:spPr/>
    </dgm:pt>
    <dgm:pt modelId="{84C6E51F-A422-4598-86F4-EF05681A8367}" type="pres">
      <dgm:prSet presAssocID="{AF6C13C2-555A-4076-866F-5A58F75FD13A}" presName="conn2-1" presStyleLbl="parChTrans1D2" presStyleIdx="1" presStyleCnt="2"/>
      <dgm:spPr/>
    </dgm:pt>
    <dgm:pt modelId="{A83A685C-3C58-43A2-882F-113FFFA9A898}" type="pres">
      <dgm:prSet presAssocID="{AF6C13C2-555A-4076-866F-5A58F75FD13A}" presName="connTx" presStyleLbl="parChTrans1D2" presStyleIdx="1" presStyleCnt="2"/>
      <dgm:spPr/>
    </dgm:pt>
    <dgm:pt modelId="{99D3930C-913D-49AC-B065-6E97C673974D}" type="pres">
      <dgm:prSet presAssocID="{6A4351D7-CB74-4782-ACBA-410B010219D4}" presName="root2" presStyleCnt="0"/>
      <dgm:spPr/>
    </dgm:pt>
    <dgm:pt modelId="{C4FEC862-CBA0-4FCB-8ED5-525E582F0F19}" type="pres">
      <dgm:prSet presAssocID="{6A4351D7-CB74-4782-ACBA-410B010219D4}" presName="LevelTwoTextNode" presStyleLbl="node2" presStyleIdx="1" presStyleCnt="2">
        <dgm:presLayoutVars>
          <dgm:chPref val="3"/>
        </dgm:presLayoutVars>
      </dgm:prSet>
      <dgm:spPr/>
    </dgm:pt>
    <dgm:pt modelId="{CB36FF40-489D-4BB8-8394-EC9D3FEDDAF2}" type="pres">
      <dgm:prSet presAssocID="{6A4351D7-CB74-4782-ACBA-410B010219D4}" presName="level3hierChild" presStyleCnt="0"/>
      <dgm:spPr/>
    </dgm:pt>
    <dgm:pt modelId="{05BA2855-1E2C-4621-B88A-DF79DE9E22E5}" type="pres">
      <dgm:prSet presAssocID="{9B44EC40-174F-43C9-B6DE-FB2217153C44}" presName="conn2-1" presStyleLbl="parChTrans1D3" presStyleIdx="2" presStyleCnt="3"/>
      <dgm:spPr/>
    </dgm:pt>
    <dgm:pt modelId="{B87FF428-A8A9-4DE7-BD26-24CF20FB5CEF}" type="pres">
      <dgm:prSet presAssocID="{9B44EC40-174F-43C9-B6DE-FB2217153C44}" presName="connTx" presStyleLbl="parChTrans1D3" presStyleIdx="2" presStyleCnt="3"/>
      <dgm:spPr/>
    </dgm:pt>
    <dgm:pt modelId="{BF97E8CD-4F38-41AF-B9C3-8386B64B51A6}" type="pres">
      <dgm:prSet presAssocID="{BFF1B922-FD58-4923-9535-6A6DC4EE75D3}" presName="root2" presStyleCnt="0"/>
      <dgm:spPr/>
    </dgm:pt>
    <dgm:pt modelId="{EC5DBA34-0C71-476A-BA60-E8FF7DF57990}" type="pres">
      <dgm:prSet presAssocID="{BFF1B922-FD58-4923-9535-6A6DC4EE75D3}" presName="LevelTwoTextNode" presStyleLbl="node3" presStyleIdx="2" presStyleCnt="3">
        <dgm:presLayoutVars>
          <dgm:chPref val="3"/>
        </dgm:presLayoutVars>
      </dgm:prSet>
      <dgm:spPr/>
    </dgm:pt>
    <dgm:pt modelId="{FA478427-C718-44C5-8D7B-78FEDF627149}" type="pres">
      <dgm:prSet presAssocID="{BFF1B922-FD58-4923-9535-6A6DC4EE75D3}" presName="level3hierChild" presStyleCnt="0"/>
      <dgm:spPr/>
    </dgm:pt>
  </dgm:ptLst>
  <dgm:cxnLst>
    <dgm:cxn modelId="{C909280A-2F43-4328-8D40-FB6A7E179773}" type="presOf" srcId="{91F97DB0-5E4B-4B82-9BE6-162E41344B82}" destId="{B17649FE-164B-4FE4-A37A-3545CF9EB013}" srcOrd="1" destOrd="0" presId="urn:microsoft.com/office/officeart/2005/8/layout/hierarchy2"/>
    <dgm:cxn modelId="{10929C0F-DC1D-4F59-B987-3CE4FA5B72D1}" type="presOf" srcId="{368D6A2F-52E6-4A85-B4FF-2BC910278CC1}" destId="{088C629C-9DCF-402E-8269-98408415D3B3}" srcOrd="0" destOrd="0" presId="urn:microsoft.com/office/officeart/2005/8/layout/hierarchy2"/>
    <dgm:cxn modelId="{D7544C21-5673-4753-A63E-644F0A3C87B9}" type="presOf" srcId="{23B284A5-0D1F-4369-B486-D0CC59E223D7}" destId="{AAC8C830-E8BF-4023-9C27-BE7627664530}" srcOrd="0" destOrd="0" presId="urn:microsoft.com/office/officeart/2005/8/layout/hierarchy2"/>
    <dgm:cxn modelId="{E4B05C29-5882-42A3-9D52-AAF0D055AA16}" srcId="{A5357EB3-D96C-4108-A06A-0460B0EDFFF9}" destId="{6A4351D7-CB74-4782-ACBA-410B010219D4}" srcOrd="1" destOrd="0" parTransId="{AF6C13C2-555A-4076-866F-5A58F75FD13A}" sibTransId="{D687547E-FD15-4887-B725-ABA122462D1C}"/>
    <dgm:cxn modelId="{ACD2862D-575D-4E80-9CDE-5599D05063E3}" type="presOf" srcId="{9B44EC40-174F-43C9-B6DE-FB2217153C44}" destId="{05BA2855-1E2C-4621-B88A-DF79DE9E22E5}" srcOrd="0" destOrd="0" presId="urn:microsoft.com/office/officeart/2005/8/layout/hierarchy2"/>
    <dgm:cxn modelId="{B3786732-6998-4020-8CC1-CB4489BA292A}" type="presOf" srcId="{FAC16155-ECA9-4B6D-B6F6-FE32C4E66A86}" destId="{1EB6D0C9-01E6-43CE-B6BC-4E6E4DD44B5B}" srcOrd="1" destOrd="0" presId="urn:microsoft.com/office/officeart/2005/8/layout/hierarchy2"/>
    <dgm:cxn modelId="{6E2F6F3F-BEA0-4E4B-90F7-02DE5C0FC912}" type="presOf" srcId="{B1F0C3A6-F6AD-478C-8CFF-0126E82FE93E}" destId="{5B508C06-B6F4-4D8A-8E18-8B3E6797BD42}" srcOrd="1" destOrd="0" presId="urn:microsoft.com/office/officeart/2005/8/layout/hierarchy2"/>
    <dgm:cxn modelId="{A42DF33F-96FF-4311-B64E-9AB8E9580BD1}" srcId="{735AC462-7C76-4A6C-A018-BB95342DA46A}" destId="{23B284A5-0D1F-4369-B486-D0CC59E223D7}" srcOrd="1" destOrd="0" parTransId="{B1F0C3A6-F6AD-478C-8CFF-0126E82FE93E}" sibTransId="{F54843E6-8E48-44CA-B0C9-50B28D98A074}"/>
    <dgm:cxn modelId="{F6C37762-423E-436F-A8C5-A8D6752D175B}" srcId="{368D6A2F-52E6-4A85-B4FF-2BC910278CC1}" destId="{A5357EB3-D96C-4108-A06A-0460B0EDFFF9}" srcOrd="0" destOrd="0" parTransId="{7F4F0B27-8DAA-4C96-A9F7-FA5C217BF8B7}" sibTransId="{C330A601-D3A4-44BB-AA4B-AEBC1494C1A0}"/>
    <dgm:cxn modelId="{57D0EF55-B982-4EA0-BCCB-842F0BE89BC4}" type="presOf" srcId="{B1F0C3A6-F6AD-478C-8CFF-0126E82FE93E}" destId="{BD78F1A1-5C8A-4DF3-B31D-B992BECEE68F}" srcOrd="0" destOrd="0" presId="urn:microsoft.com/office/officeart/2005/8/layout/hierarchy2"/>
    <dgm:cxn modelId="{6F853A56-C3D3-4E86-8DB2-423B6726E92F}" type="presOf" srcId="{6A4351D7-CB74-4782-ACBA-410B010219D4}" destId="{C4FEC862-CBA0-4FCB-8ED5-525E582F0F19}" srcOrd="0" destOrd="0" presId="urn:microsoft.com/office/officeart/2005/8/layout/hierarchy2"/>
    <dgm:cxn modelId="{7F68AB78-CE62-47C8-B9C9-46DEE4BD27CB}" type="presOf" srcId="{AF6C13C2-555A-4076-866F-5A58F75FD13A}" destId="{A83A685C-3C58-43A2-882F-113FFFA9A898}" srcOrd="1" destOrd="0" presId="urn:microsoft.com/office/officeart/2005/8/layout/hierarchy2"/>
    <dgm:cxn modelId="{DB2CE958-94FF-4B9F-9718-C8439103640B}" type="presOf" srcId="{9B44EC40-174F-43C9-B6DE-FB2217153C44}" destId="{B87FF428-A8A9-4DE7-BD26-24CF20FB5CEF}" srcOrd="1" destOrd="0" presId="urn:microsoft.com/office/officeart/2005/8/layout/hierarchy2"/>
    <dgm:cxn modelId="{6A291C79-A15C-4148-9ED4-321F043BD5D0}" type="presOf" srcId="{A5357EB3-D96C-4108-A06A-0460B0EDFFF9}" destId="{7F22946C-BCA9-4A70-8E33-982CB1BAFA2A}" srcOrd="0" destOrd="0" presId="urn:microsoft.com/office/officeart/2005/8/layout/hierarchy2"/>
    <dgm:cxn modelId="{8A8C8F59-42B0-4073-937B-EDDE43F0E6C3}" type="presOf" srcId="{FAC16155-ECA9-4B6D-B6F6-FE32C4E66A86}" destId="{8929B65F-5208-42EE-AC5F-541C6AF34A4B}" srcOrd="0" destOrd="0" presId="urn:microsoft.com/office/officeart/2005/8/layout/hierarchy2"/>
    <dgm:cxn modelId="{17DD9C7A-FB90-44FA-BFB1-5D0F93452430}" type="presOf" srcId="{BFF1B922-FD58-4923-9535-6A6DC4EE75D3}" destId="{EC5DBA34-0C71-476A-BA60-E8FF7DF57990}" srcOrd="0" destOrd="0" presId="urn:microsoft.com/office/officeart/2005/8/layout/hierarchy2"/>
    <dgm:cxn modelId="{0169C287-D020-41E1-825C-151F4FE544B3}" srcId="{A5357EB3-D96C-4108-A06A-0460B0EDFFF9}" destId="{735AC462-7C76-4A6C-A018-BB95342DA46A}" srcOrd="0" destOrd="0" parTransId="{FAC16155-ECA9-4B6D-B6F6-FE32C4E66A86}" sibTransId="{9CCC53A3-B107-4327-98D9-40CF0C1ED868}"/>
    <dgm:cxn modelId="{B01BA28B-4378-421B-998E-354E634DC6B8}" type="presOf" srcId="{91F97DB0-5E4B-4B82-9BE6-162E41344B82}" destId="{2490FA1B-C93A-4FD8-B5D9-10700E7F7F3F}" srcOrd="0" destOrd="0" presId="urn:microsoft.com/office/officeart/2005/8/layout/hierarchy2"/>
    <dgm:cxn modelId="{791FC58B-186F-42B6-A8B3-AF9C96C2F3BC}" srcId="{735AC462-7C76-4A6C-A018-BB95342DA46A}" destId="{D80DE64B-5950-4906-9E01-DDA0D7852786}" srcOrd="0" destOrd="0" parTransId="{91F97DB0-5E4B-4B82-9BE6-162E41344B82}" sibTransId="{2BFD07E5-477B-4523-9909-BB43D5F2581A}"/>
    <dgm:cxn modelId="{E7CD3D8F-2B93-4925-AE02-9B341DCEF28C}" srcId="{6A4351D7-CB74-4782-ACBA-410B010219D4}" destId="{BFF1B922-FD58-4923-9535-6A6DC4EE75D3}" srcOrd="0" destOrd="0" parTransId="{9B44EC40-174F-43C9-B6DE-FB2217153C44}" sibTransId="{905FD3D4-8AF5-4CF5-90C7-57CA58309B3D}"/>
    <dgm:cxn modelId="{DA2D2698-61B9-4E5B-BEF1-353C84AD6741}" type="presOf" srcId="{AF6C13C2-555A-4076-866F-5A58F75FD13A}" destId="{84C6E51F-A422-4598-86F4-EF05681A8367}" srcOrd="0" destOrd="0" presId="urn:microsoft.com/office/officeart/2005/8/layout/hierarchy2"/>
    <dgm:cxn modelId="{7850C1EF-533C-48A8-978A-419BD9BEE9BA}" type="presOf" srcId="{735AC462-7C76-4A6C-A018-BB95342DA46A}" destId="{D0B15C30-14ED-49CD-9635-F37B722B5670}" srcOrd="0" destOrd="0" presId="urn:microsoft.com/office/officeart/2005/8/layout/hierarchy2"/>
    <dgm:cxn modelId="{DCCBDBFC-C084-43F0-80F0-E8A226193916}" type="presOf" srcId="{D80DE64B-5950-4906-9E01-DDA0D7852786}" destId="{A48B46B6-841B-465A-B6C6-461AB153386D}" srcOrd="0" destOrd="0" presId="urn:microsoft.com/office/officeart/2005/8/layout/hierarchy2"/>
    <dgm:cxn modelId="{F5FF1068-28FA-4AC3-8D1C-565E4E389483}" type="presParOf" srcId="{088C629C-9DCF-402E-8269-98408415D3B3}" destId="{80EC24C3-EC9F-4302-B215-FE4D5694B547}" srcOrd="0" destOrd="0" presId="urn:microsoft.com/office/officeart/2005/8/layout/hierarchy2"/>
    <dgm:cxn modelId="{2A321D74-CA4A-432B-A124-263CC54AD854}" type="presParOf" srcId="{80EC24C3-EC9F-4302-B215-FE4D5694B547}" destId="{7F22946C-BCA9-4A70-8E33-982CB1BAFA2A}" srcOrd="0" destOrd="0" presId="urn:microsoft.com/office/officeart/2005/8/layout/hierarchy2"/>
    <dgm:cxn modelId="{17FB862A-F922-425F-9F85-96407AA89E02}" type="presParOf" srcId="{80EC24C3-EC9F-4302-B215-FE4D5694B547}" destId="{26F7B49F-9DEB-47A9-A3B4-DCABC3AC9A3C}" srcOrd="1" destOrd="0" presId="urn:microsoft.com/office/officeart/2005/8/layout/hierarchy2"/>
    <dgm:cxn modelId="{B1A1464D-EA48-4A2B-903D-A6A9A0C7F58B}" type="presParOf" srcId="{26F7B49F-9DEB-47A9-A3B4-DCABC3AC9A3C}" destId="{8929B65F-5208-42EE-AC5F-541C6AF34A4B}" srcOrd="0" destOrd="0" presId="urn:microsoft.com/office/officeart/2005/8/layout/hierarchy2"/>
    <dgm:cxn modelId="{D79A06BA-4808-4E9C-9F58-A4705ABC0E6E}" type="presParOf" srcId="{8929B65F-5208-42EE-AC5F-541C6AF34A4B}" destId="{1EB6D0C9-01E6-43CE-B6BC-4E6E4DD44B5B}" srcOrd="0" destOrd="0" presId="urn:microsoft.com/office/officeart/2005/8/layout/hierarchy2"/>
    <dgm:cxn modelId="{EB3CA3C2-A228-4957-8180-E3F176971BB1}" type="presParOf" srcId="{26F7B49F-9DEB-47A9-A3B4-DCABC3AC9A3C}" destId="{AA2AF1ED-7AF7-4AB7-8259-12354F96CE72}" srcOrd="1" destOrd="0" presId="urn:microsoft.com/office/officeart/2005/8/layout/hierarchy2"/>
    <dgm:cxn modelId="{E7DD5E55-78BB-4E00-BAB2-8DE38D06572C}" type="presParOf" srcId="{AA2AF1ED-7AF7-4AB7-8259-12354F96CE72}" destId="{D0B15C30-14ED-49CD-9635-F37B722B5670}" srcOrd="0" destOrd="0" presId="urn:microsoft.com/office/officeart/2005/8/layout/hierarchy2"/>
    <dgm:cxn modelId="{8BC5B684-22FF-4074-8E59-9FF7B0D914FC}" type="presParOf" srcId="{AA2AF1ED-7AF7-4AB7-8259-12354F96CE72}" destId="{9CAC617D-7FF4-40AB-B9A3-223BB01C33CD}" srcOrd="1" destOrd="0" presId="urn:microsoft.com/office/officeart/2005/8/layout/hierarchy2"/>
    <dgm:cxn modelId="{560BC559-CFA4-4B97-B502-DF1D47A4C899}" type="presParOf" srcId="{9CAC617D-7FF4-40AB-B9A3-223BB01C33CD}" destId="{2490FA1B-C93A-4FD8-B5D9-10700E7F7F3F}" srcOrd="0" destOrd="0" presId="urn:microsoft.com/office/officeart/2005/8/layout/hierarchy2"/>
    <dgm:cxn modelId="{A69BCA08-CEF8-4416-A5BF-E8D71EA522DA}" type="presParOf" srcId="{2490FA1B-C93A-4FD8-B5D9-10700E7F7F3F}" destId="{B17649FE-164B-4FE4-A37A-3545CF9EB013}" srcOrd="0" destOrd="0" presId="urn:microsoft.com/office/officeart/2005/8/layout/hierarchy2"/>
    <dgm:cxn modelId="{7A47E141-AC72-46F7-A293-4C93440EB907}" type="presParOf" srcId="{9CAC617D-7FF4-40AB-B9A3-223BB01C33CD}" destId="{D4B92AB0-EEF9-44D9-A76E-0CA7DFF364B6}" srcOrd="1" destOrd="0" presId="urn:microsoft.com/office/officeart/2005/8/layout/hierarchy2"/>
    <dgm:cxn modelId="{3965A707-1826-45DE-A53B-4608A18D4C1D}" type="presParOf" srcId="{D4B92AB0-EEF9-44D9-A76E-0CA7DFF364B6}" destId="{A48B46B6-841B-465A-B6C6-461AB153386D}" srcOrd="0" destOrd="0" presId="urn:microsoft.com/office/officeart/2005/8/layout/hierarchy2"/>
    <dgm:cxn modelId="{E25B9C8B-F0D0-4782-A13F-EEE35E7F5AE8}" type="presParOf" srcId="{D4B92AB0-EEF9-44D9-A76E-0CA7DFF364B6}" destId="{0AEDDB03-A294-44BD-A0B7-65051C1DF54E}" srcOrd="1" destOrd="0" presId="urn:microsoft.com/office/officeart/2005/8/layout/hierarchy2"/>
    <dgm:cxn modelId="{4A7616FE-5D1D-4AAF-A09F-3ABCAF396EC6}" type="presParOf" srcId="{9CAC617D-7FF4-40AB-B9A3-223BB01C33CD}" destId="{BD78F1A1-5C8A-4DF3-B31D-B992BECEE68F}" srcOrd="2" destOrd="0" presId="urn:microsoft.com/office/officeart/2005/8/layout/hierarchy2"/>
    <dgm:cxn modelId="{7BCF1B0E-E10C-49B0-AA59-C6DCF16548DA}" type="presParOf" srcId="{BD78F1A1-5C8A-4DF3-B31D-B992BECEE68F}" destId="{5B508C06-B6F4-4D8A-8E18-8B3E6797BD42}" srcOrd="0" destOrd="0" presId="urn:microsoft.com/office/officeart/2005/8/layout/hierarchy2"/>
    <dgm:cxn modelId="{FC185C36-CB9E-4B1E-BB33-76259B16AF1E}" type="presParOf" srcId="{9CAC617D-7FF4-40AB-B9A3-223BB01C33CD}" destId="{BDC88281-516E-4F78-BA7A-6CBBC737BC61}" srcOrd="3" destOrd="0" presId="urn:microsoft.com/office/officeart/2005/8/layout/hierarchy2"/>
    <dgm:cxn modelId="{F907DBAD-E1A5-4A00-BB0B-BDDC383BC8D3}" type="presParOf" srcId="{BDC88281-516E-4F78-BA7A-6CBBC737BC61}" destId="{AAC8C830-E8BF-4023-9C27-BE7627664530}" srcOrd="0" destOrd="0" presId="urn:microsoft.com/office/officeart/2005/8/layout/hierarchy2"/>
    <dgm:cxn modelId="{3BE1218F-CCF8-4317-B0AB-9595AA4E1203}" type="presParOf" srcId="{BDC88281-516E-4F78-BA7A-6CBBC737BC61}" destId="{A75E2DFB-4520-429F-B678-CFC6C355F41B}" srcOrd="1" destOrd="0" presId="urn:microsoft.com/office/officeart/2005/8/layout/hierarchy2"/>
    <dgm:cxn modelId="{D9CFC906-2B45-4532-9976-B60685182D52}" type="presParOf" srcId="{26F7B49F-9DEB-47A9-A3B4-DCABC3AC9A3C}" destId="{84C6E51F-A422-4598-86F4-EF05681A8367}" srcOrd="2" destOrd="0" presId="urn:microsoft.com/office/officeart/2005/8/layout/hierarchy2"/>
    <dgm:cxn modelId="{6465B639-1C69-4206-93D7-E47C272604AA}" type="presParOf" srcId="{84C6E51F-A422-4598-86F4-EF05681A8367}" destId="{A83A685C-3C58-43A2-882F-113FFFA9A898}" srcOrd="0" destOrd="0" presId="urn:microsoft.com/office/officeart/2005/8/layout/hierarchy2"/>
    <dgm:cxn modelId="{4EE2EF6A-994A-4DFE-BA60-517D2E3EFFB1}" type="presParOf" srcId="{26F7B49F-9DEB-47A9-A3B4-DCABC3AC9A3C}" destId="{99D3930C-913D-49AC-B065-6E97C673974D}" srcOrd="3" destOrd="0" presId="urn:microsoft.com/office/officeart/2005/8/layout/hierarchy2"/>
    <dgm:cxn modelId="{64F58EF2-D31E-4CAD-B274-B7F77C50311C}" type="presParOf" srcId="{99D3930C-913D-49AC-B065-6E97C673974D}" destId="{C4FEC862-CBA0-4FCB-8ED5-525E582F0F19}" srcOrd="0" destOrd="0" presId="urn:microsoft.com/office/officeart/2005/8/layout/hierarchy2"/>
    <dgm:cxn modelId="{1D18A8EC-7A85-4DFC-AE8F-C75835735387}" type="presParOf" srcId="{99D3930C-913D-49AC-B065-6E97C673974D}" destId="{CB36FF40-489D-4BB8-8394-EC9D3FEDDAF2}" srcOrd="1" destOrd="0" presId="urn:microsoft.com/office/officeart/2005/8/layout/hierarchy2"/>
    <dgm:cxn modelId="{F3F8C3A0-E130-4E65-B751-8E826B7AE4A3}" type="presParOf" srcId="{CB36FF40-489D-4BB8-8394-EC9D3FEDDAF2}" destId="{05BA2855-1E2C-4621-B88A-DF79DE9E22E5}" srcOrd="0" destOrd="0" presId="urn:microsoft.com/office/officeart/2005/8/layout/hierarchy2"/>
    <dgm:cxn modelId="{461CE0C2-0E4B-494D-B157-4465ADFBACD8}" type="presParOf" srcId="{05BA2855-1E2C-4621-B88A-DF79DE9E22E5}" destId="{B87FF428-A8A9-4DE7-BD26-24CF20FB5CEF}" srcOrd="0" destOrd="0" presId="urn:microsoft.com/office/officeart/2005/8/layout/hierarchy2"/>
    <dgm:cxn modelId="{D7BFAC5B-A43E-4F7C-8445-D4EAF69495AE}" type="presParOf" srcId="{CB36FF40-489D-4BB8-8394-EC9D3FEDDAF2}" destId="{BF97E8CD-4F38-41AF-B9C3-8386B64B51A6}" srcOrd="1" destOrd="0" presId="urn:microsoft.com/office/officeart/2005/8/layout/hierarchy2"/>
    <dgm:cxn modelId="{64BC34AE-A185-4757-8BF8-FF3036D27D4B}" type="presParOf" srcId="{BF97E8CD-4F38-41AF-B9C3-8386B64B51A6}" destId="{EC5DBA34-0C71-476A-BA60-E8FF7DF57990}" srcOrd="0" destOrd="0" presId="urn:microsoft.com/office/officeart/2005/8/layout/hierarchy2"/>
    <dgm:cxn modelId="{62EB416B-1DB0-484E-99EF-21060DBCFC91}" type="presParOf" srcId="{BF97E8CD-4F38-41AF-B9C3-8386B64B51A6}" destId="{FA478427-C718-44C5-8D7B-78FEDF627149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6A9A13-FE8C-4912-8F58-9EEAF60B7947}">
      <dsp:nvSpPr>
        <dsp:cNvPr id="0" name=""/>
        <dsp:cNvSpPr/>
      </dsp:nvSpPr>
      <dsp:spPr>
        <a:xfrm>
          <a:off x="26" y="340751"/>
          <a:ext cx="2561169" cy="722831"/>
        </a:xfrm>
        <a:prstGeom prst="rect">
          <a:avLst/>
        </a:prstGeom>
        <a:solidFill>
          <a:srgbClr val="FFC00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Hipotesis</a:t>
          </a:r>
          <a:r>
            <a:rPr lang="en-US" sz="2100" b="1" kern="1200" dirty="0"/>
            <a:t> </a:t>
          </a:r>
          <a:r>
            <a:rPr lang="en-US" sz="2100" b="1" kern="1200" dirty="0" err="1"/>
            <a:t>Alternatif</a:t>
          </a:r>
          <a:r>
            <a:rPr lang="en-US" sz="2100" b="1" kern="1200" dirty="0"/>
            <a:t> (Ha/H1)</a:t>
          </a:r>
          <a:endParaRPr lang="en-ID" sz="2100" b="1" kern="1200" dirty="0"/>
        </a:p>
      </dsp:txBody>
      <dsp:txXfrm>
        <a:off x="26" y="340751"/>
        <a:ext cx="2561169" cy="722831"/>
      </dsp:txXfrm>
    </dsp:sp>
    <dsp:sp modelId="{C2ACA9FF-D7CF-49B2-8EE2-A25DBBD4C773}">
      <dsp:nvSpPr>
        <dsp:cNvPr id="0" name=""/>
        <dsp:cNvSpPr/>
      </dsp:nvSpPr>
      <dsp:spPr>
        <a:xfrm>
          <a:off x="26" y="1063582"/>
          <a:ext cx="2561169" cy="17869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Dirumuskan</a:t>
          </a:r>
          <a:r>
            <a:rPr lang="en-US" sz="1200" kern="1200" dirty="0"/>
            <a:t> </a:t>
          </a:r>
          <a:r>
            <a:rPr lang="en-US" sz="1200" kern="1200" dirty="0" err="1"/>
            <a:t>dengan</a:t>
          </a:r>
          <a:r>
            <a:rPr lang="en-US" sz="1200" kern="1200" dirty="0"/>
            <a:t> </a:t>
          </a:r>
          <a:r>
            <a:rPr lang="en-US" sz="1200" kern="1200" dirty="0" err="1"/>
            <a:t>kalimat</a:t>
          </a:r>
          <a:r>
            <a:rPr lang="en-US" sz="1200" kern="1200" dirty="0"/>
            <a:t> </a:t>
          </a:r>
          <a:r>
            <a:rPr lang="en-US" sz="1200" kern="1200" dirty="0" err="1"/>
            <a:t>positif</a:t>
          </a:r>
          <a:r>
            <a:rPr lang="en-US" sz="1200" kern="1200" dirty="0"/>
            <a:t>.</a:t>
          </a:r>
          <a:endParaRPr lang="en-ID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Hipotesis</a:t>
          </a:r>
          <a:r>
            <a:rPr lang="en-US" sz="1200" kern="1200" dirty="0"/>
            <a:t> yang </a:t>
          </a:r>
          <a:r>
            <a:rPr lang="en-US" sz="1200" kern="1200" dirty="0" err="1"/>
            <a:t>dirumuskan</a:t>
          </a:r>
          <a:r>
            <a:rPr lang="en-US" sz="1200" kern="1200" dirty="0"/>
            <a:t> </a:t>
          </a:r>
          <a:r>
            <a:rPr lang="en-US" sz="1200" kern="1200" dirty="0" err="1"/>
            <a:t>untuk</a:t>
          </a:r>
          <a:r>
            <a:rPr lang="en-US" sz="1200" kern="1200" dirty="0"/>
            <a:t> </a:t>
          </a:r>
          <a:r>
            <a:rPr lang="en-US" sz="1200" kern="1200" dirty="0" err="1"/>
            <a:t>menjawab</a:t>
          </a:r>
          <a:r>
            <a:rPr lang="en-US" sz="1200" kern="1200" dirty="0"/>
            <a:t> </a:t>
          </a:r>
          <a:r>
            <a:rPr lang="en-US" sz="1200" kern="1200" dirty="0" err="1"/>
            <a:t>permasalahan</a:t>
          </a:r>
          <a:r>
            <a:rPr lang="en-US" sz="1200" kern="1200" dirty="0"/>
            <a:t> </a:t>
          </a:r>
          <a:r>
            <a:rPr lang="en-US" sz="1200" kern="1200" dirty="0" err="1"/>
            <a:t>dengan</a:t>
          </a:r>
          <a:r>
            <a:rPr lang="en-US" sz="1200" kern="1200" dirty="0"/>
            <a:t> </a:t>
          </a:r>
          <a:r>
            <a:rPr lang="en-US" sz="1200" kern="1200" dirty="0" err="1"/>
            <a:t>menggunakan</a:t>
          </a:r>
          <a:r>
            <a:rPr lang="en-US" sz="1200" kern="1200" dirty="0"/>
            <a:t> </a:t>
          </a:r>
          <a:r>
            <a:rPr lang="en-US" sz="1200" kern="1200" dirty="0" err="1"/>
            <a:t>teori-teori</a:t>
          </a:r>
          <a:r>
            <a:rPr lang="en-US" sz="1200" kern="1200" dirty="0"/>
            <a:t> yang </a:t>
          </a:r>
          <a:r>
            <a:rPr lang="en-US" sz="1200" kern="1200" dirty="0" err="1"/>
            <a:t>ada</a:t>
          </a:r>
          <a:r>
            <a:rPr lang="en-US" sz="1200" kern="1200" dirty="0"/>
            <a:t> </a:t>
          </a:r>
          <a:r>
            <a:rPr lang="en-US" sz="1200" kern="1200" dirty="0" err="1"/>
            <a:t>hubungannya</a:t>
          </a:r>
          <a:r>
            <a:rPr lang="en-US" sz="1200" kern="1200" dirty="0"/>
            <a:t> (</a:t>
          </a:r>
          <a:r>
            <a:rPr lang="en-US" sz="1200" kern="1200" dirty="0" err="1"/>
            <a:t>relevan</a:t>
          </a:r>
          <a:r>
            <a:rPr lang="en-US" sz="1200" kern="1200" dirty="0"/>
            <a:t>) </a:t>
          </a:r>
          <a:r>
            <a:rPr lang="en-US" sz="1200" kern="1200" dirty="0" err="1"/>
            <a:t>dengan</a:t>
          </a:r>
          <a:r>
            <a:rPr lang="en-US" sz="1200" kern="1200" dirty="0"/>
            <a:t> </a:t>
          </a:r>
          <a:r>
            <a:rPr lang="en-US" sz="1200" kern="1200" dirty="0" err="1"/>
            <a:t>masalah</a:t>
          </a:r>
          <a:r>
            <a:rPr lang="en-US" sz="1200" kern="1200" dirty="0"/>
            <a:t> </a:t>
          </a:r>
          <a:r>
            <a:rPr lang="en-US" sz="1200" kern="1200" dirty="0" err="1"/>
            <a:t>penelitian</a:t>
          </a:r>
          <a:r>
            <a:rPr lang="en-US" sz="1200" kern="1200" dirty="0"/>
            <a:t> dan </a:t>
          </a:r>
          <a:r>
            <a:rPr lang="en-US" sz="1200" kern="1200" dirty="0" err="1"/>
            <a:t>belum</a:t>
          </a:r>
          <a:r>
            <a:rPr lang="en-US" sz="1200" kern="1200" dirty="0"/>
            <a:t> </a:t>
          </a:r>
          <a:r>
            <a:rPr lang="en-US" sz="1200" kern="1200" dirty="0" err="1"/>
            <a:t>berdasarkan</a:t>
          </a:r>
          <a:r>
            <a:rPr lang="en-US" sz="1200" kern="1200" dirty="0"/>
            <a:t> </a:t>
          </a:r>
          <a:r>
            <a:rPr lang="en-US" sz="1200" kern="1200" dirty="0" err="1"/>
            <a:t>fakta</a:t>
          </a:r>
          <a:r>
            <a:rPr lang="en-US" sz="1200" kern="1200" dirty="0"/>
            <a:t> </a:t>
          </a:r>
          <a:r>
            <a:rPr lang="en-US" sz="1200" kern="1200" dirty="0" err="1"/>
            <a:t>serta</a:t>
          </a:r>
          <a:r>
            <a:rPr lang="en-US" sz="1200" kern="1200" dirty="0"/>
            <a:t> </a:t>
          </a:r>
          <a:r>
            <a:rPr lang="en-US" sz="1200" kern="1200" dirty="0" err="1"/>
            <a:t>dukungan</a:t>
          </a:r>
          <a:r>
            <a:rPr lang="en-US" sz="1200" kern="1200" dirty="0"/>
            <a:t> data yang </a:t>
          </a:r>
          <a:r>
            <a:rPr lang="en-US" sz="1200" kern="1200" dirty="0" err="1"/>
            <a:t>nyata</a:t>
          </a:r>
          <a:r>
            <a:rPr lang="en-US" sz="1200" kern="1200" dirty="0"/>
            <a:t> di </a:t>
          </a:r>
          <a:r>
            <a:rPr lang="en-US" sz="1200" kern="1200" dirty="0" err="1"/>
            <a:t>lapangan</a:t>
          </a:r>
          <a:r>
            <a:rPr lang="en-US" sz="1200" kern="1200" dirty="0"/>
            <a:t>. </a:t>
          </a:r>
          <a:endParaRPr lang="en-ID" sz="1200" kern="1200" dirty="0"/>
        </a:p>
      </dsp:txBody>
      <dsp:txXfrm>
        <a:off x="26" y="1063582"/>
        <a:ext cx="2561169" cy="1786995"/>
      </dsp:txXfrm>
    </dsp:sp>
    <dsp:sp modelId="{3EF168BA-4E43-4B1F-9801-857435D3B5DD}">
      <dsp:nvSpPr>
        <dsp:cNvPr id="0" name=""/>
        <dsp:cNvSpPr/>
      </dsp:nvSpPr>
      <dsp:spPr>
        <a:xfrm>
          <a:off x="2919760" y="340751"/>
          <a:ext cx="2561169" cy="722831"/>
        </a:xfrm>
        <a:prstGeom prst="rect">
          <a:avLst/>
        </a:prstGeom>
        <a:solidFill>
          <a:srgbClr val="92D050"/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9352" tIns="85344" rIns="149352" bIns="85344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 dirty="0" err="1"/>
            <a:t>Hipotesis</a:t>
          </a:r>
          <a:r>
            <a:rPr lang="en-US" sz="2100" b="1" kern="1200" dirty="0"/>
            <a:t> </a:t>
          </a:r>
          <a:r>
            <a:rPr lang="en-US" sz="2100" b="1" kern="1200" dirty="0" err="1"/>
            <a:t>Nol</a:t>
          </a:r>
          <a:r>
            <a:rPr lang="en-US" sz="2100" b="1" kern="1200" dirty="0"/>
            <a:t> (Ho)</a:t>
          </a:r>
          <a:endParaRPr lang="en-ID" sz="2100" b="1" kern="1200" dirty="0"/>
        </a:p>
      </dsp:txBody>
      <dsp:txXfrm>
        <a:off x="2919760" y="340751"/>
        <a:ext cx="2561169" cy="722831"/>
      </dsp:txXfrm>
    </dsp:sp>
    <dsp:sp modelId="{1DFA5464-52E6-4065-B493-409A606CF102}">
      <dsp:nvSpPr>
        <dsp:cNvPr id="0" name=""/>
        <dsp:cNvSpPr/>
      </dsp:nvSpPr>
      <dsp:spPr>
        <a:xfrm>
          <a:off x="2919760" y="1063582"/>
          <a:ext cx="2561169" cy="178699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008" tIns="64008" rIns="85344" bIns="96012" numCol="1" spcCol="1270" anchor="t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Dirumuskan</a:t>
          </a:r>
          <a:r>
            <a:rPr lang="en-US" sz="1200" kern="1200" dirty="0"/>
            <a:t> </a:t>
          </a:r>
          <a:r>
            <a:rPr lang="en-US" sz="1200" kern="1200" dirty="0" err="1"/>
            <a:t>dengan</a:t>
          </a:r>
          <a:r>
            <a:rPr lang="en-US" sz="1200" kern="1200" dirty="0"/>
            <a:t> </a:t>
          </a:r>
          <a:r>
            <a:rPr lang="en-US" sz="1200" kern="1200" dirty="0" err="1"/>
            <a:t>kalimat</a:t>
          </a:r>
          <a:r>
            <a:rPr lang="en-US" sz="1200" kern="1200" dirty="0"/>
            <a:t> </a:t>
          </a:r>
          <a:r>
            <a:rPr lang="en-US" sz="1200" kern="1200" dirty="0" err="1"/>
            <a:t>negatif</a:t>
          </a:r>
          <a:r>
            <a:rPr lang="en-US" sz="1200" kern="1200" dirty="0"/>
            <a:t>.</a:t>
          </a:r>
          <a:endParaRPr lang="en-ID" sz="1200" kern="1200" dirty="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 err="1"/>
            <a:t>Pernyataan</a:t>
          </a:r>
          <a:r>
            <a:rPr lang="en-US" sz="1200" kern="1200" dirty="0"/>
            <a:t> </a:t>
          </a:r>
          <a:r>
            <a:rPr lang="en-US" sz="1200" kern="1200" dirty="0" err="1"/>
            <a:t>tidak</a:t>
          </a:r>
          <a:r>
            <a:rPr lang="en-US" sz="1200" kern="1200" dirty="0"/>
            <a:t> </a:t>
          </a:r>
          <a:r>
            <a:rPr lang="en-US" sz="1200" kern="1200" dirty="0" err="1"/>
            <a:t>ada</a:t>
          </a:r>
          <a:r>
            <a:rPr lang="en-US" sz="1200" kern="1200" dirty="0"/>
            <a:t> </a:t>
          </a:r>
          <a:r>
            <a:rPr lang="en-US" sz="1200" kern="1200" dirty="0" err="1"/>
            <a:t>hubungan</a:t>
          </a:r>
          <a:r>
            <a:rPr lang="en-US" sz="1200" kern="1200" dirty="0"/>
            <a:t>, </a:t>
          </a:r>
          <a:r>
            <a:rPr lang="en-US" sz="1200" kern="1200" dirty="0" err="1"/>
            <a:t>pengaruh</a:t>
          </a:r>
          <a:r>
            <a:rPr lang="en-US" sz="1200" kern="1200" dirty="0"/>
            <a:t>, </a:t>
          </a:r>
          <a:r>
            <a:rPr lang="en-US" sz="1200" kern="1200" dirty="0" err="1"/>
            <a:t>atau</a:t>
          </a:r>
          <a:r>
            <a:rPr lang="en-US" sz="1200" kern="1200" dirty="0"/>
            <a:t> </a:t>
          </a:r>
          <a:r>
            <a:rPr lang="en-US" sz="1200" kern="1200" dirty="0" err="1"/>
            <a:t>perbedaan</a:t>
          </a:r>
          <a:r>
            <a:rPr lang="en-US" sz="1200" kern="1200" dirty="0"/>
            <a:t> </a:t>
          </a:r>
          <a:r>
            <a:rPr lang="en-US" sz="1200" kern="1200" dirty="0" err="1"/>
            <a:t>antara</a:t>
          </a:r>
          <a:r>
            <a:rPr lang="en-US" sz="1200" kern="1200" dirty="0"/>
            <a:t> parameter dan </a:t>
          </a:r>
          <a:r>
            <a:rPr lang="en-US" sz="1200" kern="1200" dirty="0" err="1"/>
            <a:t>statistik</a:t>
          </a:r>
          <a:r>
            <a:rPr lang="en-US" sz="1200" kern="1200" dirty="0"/>
            <a:t>. </a:t>
          </a:r>
          <a:endParaRPr lang="en-ID" sz="1200" kern="1200" dirty="0"/>
        </a:p>
      </dsp:txBody>
      <dsp:txXfrm>
        <a:off x="2919760" y="1063582"/>
        <a:ext cx="2561169" cy="17869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C2862D-3090-4B32-836A-E82CD0438802}">
      <dsp:nvSpPr>
        <dsp:cNvPr id="0" name=""/>
        <dsp:cNvSpPr/>
      </dsp:nvSpPr>
      <dsp:spPr>
        <a:xfrm>
          <a:off x="0" y="302481"/>
          <a:ext cx="5962651" cy="556031"/>
        </a:xfrm>
        <a:prstGeom prst="rect">
          <a:avLst/>
        </a:prstGeom>
        <a:solidFill>
          <a:srgbClr val="FFFF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solidFill>
                <a:schemeClr val="tx1"/>
              </a:solidFill>
            </a:rPr>
            <a:t>PERMASALAHAN PENELITIAN</a:t>
          </a:r>
          <a:endParaRPr lang="en-ID" sz="2000" b="1" kern="1200" dirty="0">
            <a:solidFill>
              <a:schemeClr val="tx1"/>
            </a:solidFill>
          </a:endParaRPr>
        </a:p>
      </dsp:txBody>
      <dsp:txXfrm>
        <a:off x="0" y="302481"/>
        <a:ext cx="5962651" cy="556031"/>
      </dsp:txXfrm>
    </dsp:sp>
    <dsp:sp modelId="{52E37E48-2322-4486-8CC4-893618EA786B}">
      <dsp:nvSpPr>
        <dsp:cNvPr id="0" name=""/>
        <dsp:cNvSpPr/>
      </dsp:nvSpPr>
      <dsp:spPr>
        <a:xfrm>
          <a:off x="26877" y="873361"/>
          <a:ext cx="1985609" cy="2578045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100" b="1" u="sng" kern="1200" dirty="0">
            <a:solidFill>
              <a:schemeClr val="bg2"/>
            </a:solidFill>
          </a:endParaRPr>
        </a:p>
      </dsp:txBody>
      <dsp:txXfrm>
        <a:off x="26877" y="873361"/>
        <a:ext cx="1985609" cy="2578045"/>
      </dsp:txXfrm>
    </dsp:sp>
    <dsp:sp modelId="{1B1E7CD4-4673-4A14-A8EF-5091B2D5D629}">
      <dsp:nvSpPr>
        <dsp:cNvPr id="0" name=""/>
        <dsp:cNvSpPr/>
      </dsp:nvSpPr>
      <dsp:spPr>
        <a:xfrm>
          <a:off x="1988520" y="865196"/>
          <a:ext cx="1985609" cy="2450349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b="0" u="none" kern="1200" dirty="0">
            <a:solidFill>
              <a:schemeClr val="bg2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u="none" kern="1200" dirty="0">
            <a:solidFill>
              <a:schemeClr val="bg2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u="none" kern="1200" dirty="0">
            <a:solidFill>
              <a:schemeClr val="bg2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u="none" kern="1200" dirty="0">
            <a:solidFill>
              <a:schemeClr val="bg2"/>
            </a:solidFill>
          </a:endParaRP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1200" b="0" u="none" kern="1200" dirty="0">
            <a:solidFill>
              <a:schemeClr val="bg2"/>
            </a:solidFill>
          </a:endParaRPr>
        </a:p>
      </dsp:txBody>
      <dsp:txXfrm>
        <a:off x="1988520" y="865196"/>
        <a:ext cx="1985609" cy="2450349"/>
      </dsp:txXfrm>
    </dsp:sp>
    <dsp:sp modelId="{DEDA0F29-900D-4BEC-A714-2CCCE62FB391}">
      <dsp:nvSpPr>
        <dsp:cNvPr id="0" name=""/>
        <dsp:cNvSpPr/>
      </dsp:nvSpPr>
      <dsp:spPr>
        <a:xfrm>
          <a:off x="3974130" y="865196"/>
          <a:ext cx="1985609" cy="2435878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u="none" kern="1200" dirty="0">
            <a:solidFill>
              <a:schemeClr val="bg2"/>
            </a:solidFill>
          </a:endParaRPr>
        </a:p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b="0" u="none" kern="1200" dirty="0">
            <a:solidFill>
              <a:schemeClr val="bg2"/>
            </a:solidFill>
          </a:endParaRPr>
        </a:p>
      </dsp:txBody>
      <dsp:txXfrm>
        <a:off x="3974130" y="865196"/>
        <a:ext cx="1985609" cy="2435878"/>
      </dsp:txXfrm>
    </dsp:sp>
    <dsp:sp modelId="{D790E141-01D3-4C98-83BE-1A248C682408}">
      <dsp:nvSpPr>
        <dsp:cNvPr id="0" name=""/>
        <dsp:cNvSpPr/>
      </dsp:nvSpPr>
      <dsp:spPr>
        <a:xfrm>
          <a:off x="0" y="3217209"/>
          <a:ext cx="5962651" cy="25201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A3D2B6A-BC88-40C5-90C7-D3667925F7B7}">
      <dsp:nvSpPr>
        <dsp:cNvPr id="0" name=""/>
        <dsp:cNvSpPr/>
      </dsp:nvSpPr>
      <dsp:spPr>
        <a:xfrm>
          <a:off x="0" y="109404"/>
          <a:ext cx="5742557" cy="611175"/>
        </a:xfrm>
        <a:prstGeom prst="rect">
          <a:avLst/>
        </a:prstGeom>
        <a:solidFill>
          <a:srgbClr val="C0000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 dirty="0"/>
            <a:t>HIPOTESIS PENELITIAN</a:t>
          </a:r>
          <a:endParaRPr lang="en-ID" sz="2400" b="1" kern="1200" dirty="0"/>
        </a:p>
      </dsp:txBody>
      <dsp:txXfrm>
        <a:off x="0" y="109404"/>
        <a:ext cx="5742557" cy="611175"/>
      </dsp:txXfrm>
    </dsp:sp>
    <dsp:sp modelId="{BF426026-B164-4E37-ADA7-32FF269330DF}">
      <dsp:nvSpPr>
        <dsp:cNvPr id="0" name=""/>
        <dsp:cNvSpPr/>
      </dsp:nvSpPr>
      <dsp:spPr>
        <a:xfrm>
          <a:off x="2803" y="715484"/>
          <a:ext cx="1912316" cy="2460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0" kern="1200" dirty="0"/>
        </a:p>
      </dsp:txBody>
      <dsp:txXfrm>
        <a:off x="2803" y="715484"/>
        <a:ext cx="1912316" cy="2460102"/>
      </dsp:txXfrm>
    </dsp:sp>
    <dsp:sp modelId="{5DDB1897-0D03-4942-AE95-DE4BCAA03F5F}">
      <dsp:nvSpPr>
        <dsp:cNvPr id="0" name=""/>
        <dsp:cNvSpPr/>
      </dsp:nvSpPr>
      <dsp:spPr>
        <a:xfrm>
          <a:off x="1915120" y="715484"/>
          <a:ext cx="1912316" cy="2460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0" kern="1200" dirty="0"/>
        </a:p>
      </dsp:txBody>
      <dsp:txXfrm>
        <a:off x="1915120" y="715484"/>
        <a:ext cx="1912316" cy="2460102"/>
      </dsp:txXfrm>
    </dsp:sp>
    <dsp:sp modelId="{89EE9948-FBDE-4301-BD2F-55986D606535}">
      <dsp:nvSpPr>
        <dsp:cNvPr id="0" name=""/>
        <dsp:cNvSpPr/>
      </dsp:nvSpPr>
      <dsp:spPr>
        <a:xfrm>
          <a:off x="3827436" y="715484"/>
          <a:ext cx="1912316" cy="246010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0500" tIns="190500" rIns="190500" bIns="190500" numCol="1" spcCol="1270" anchor="ctr" anchorCtr="0">
          <a:noAutofit/>
        </a:bodyPr>
        <a:lstStyle/>
        <a:p>
          <a:pPr marL="0" lvl="0" indent="0" algn="ctr" defTabSz="2222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0" kern="1200" dirty="0"/>
        </a:p>
      </dsp:txBody>
      <dsp:txXfrm>
        <a:off x="3827436" y="715484"/>
        <a:ext cx="1912316" cy="2460102"/>
      </dsp:txXfrm>
    </dsp:sp>
    <dsp:sp modelId="{09FBE3F8-E586-472B-B9FA-2015C6CA452D}">
      <dsp:nvSpPr>
        <dsp:cNvPr id="0" name=""/>
        <dsp:cNvSpPr/>
      </dsp:nvSpPr>
      <dsp:spPr>
        <a:xfrm>
          <a:off x="0" y="3087500"/>
          <a:ext cx="5742557" cy="232392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22946C-BCA9-4A70-8E33-982CB1BAFA2A}">
      <dsp:nvSpPr>
        <dsp:cNvPr id="0" name=""/>
        <dsp:cNvSpPr/>
      </dsp:nvSpPr>
      <dsp:spPr>
        <a:xfrm>
          <a:off x="1587" y="1861641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shade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 err="1"/>
            <a:t>Pengujian</a:t>
          </a:r>
          <a:r>
            <a:rPr lang="en-US" sz="1800" kern="1200" dirty="0"/>
            <a:t> </a:t>
          </a:r>
          <a:r>
            <a:rPr lang="en-US" sz="1800" kern="1200" dirty="0" err="1"/>
            <a:t>Hipotesis</a:t>
          </a:r>
          <a:endParaRPr lang="en-ID" sz="1800" kern="1200" dirty="0"/>
        </a:p>
      </dsp:txBody>
      <dsp:txXfrm>
        <a:off x="25068" y="1885122"/>
        <a:ext cx="1556412" cy="754725"/>
      </dsp:txXfrm>
    </dsp:sp>
    <dsp:sp modelId="{8929B65F-5208-42EE-AC5F-541C6AF34A4B}">
      <dsp:nvSpPr>
        <dsp:cNvPr id="0" name=""/>
        <dsp:cNvSpPr/>
      </dsp:nvSpPr>
      <dsp:spPr>
        <a:xfrm rot="18770822">
          <a:off x="1454086" y="1899003"/>
          <a:ext cx="943101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943101" y="17753"/>
              </a:lnTo>
            </a:path>
          </a:pathLst>
        </a:custGeom>
        <a:noFill/>
        <a:ln w="25400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1902059" y="1893179"/>
        <a:ext cx="47155" cy="47155"/>
      </dsp:txXfrm>
    </dsp:sp>
    <dsp:sp modelId="{D0B15C30-14ED-49CD-9635-F37B722B5670}">
      <dsp:nvSpPr>
        <dsp:cNvPr id="0" name=""/>
        <dsp:cNvSpPr/>
      </dsp:nvSpPr>
      <dsp:spPr>
        <a:xfrm>
          <a:off x="2246312" y="1170185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Hipotesis Direksional</a:t>
          </a:r>
          <a:endParaRPr lang="en-ID" sz="1800" kern="1200" dirty="0"/>
        </a:p>
      </dsp:txBody>
      <dsp:txXfrm>
        <a:off x="2269793" y="1193666"/>
        <a:ext cx="1556412" cy="754725"/>
      </dsp:txXfrm>
    </dsp:sp>
    <dsp:sp modelId="{2490FA1B-C93A-4FD8-B5D9-10700E7F7F3F}">
      <dsp:nvSpPr>
        <dsp:cNvPr id="0" name=""/>
        <dsp:cNvSpPr/>
      </dsp:nvSpPr>
      <dsp:spPr>
        <a:xfrm rot="19457599">
          <a:off x="3775450" y="1322790"/>
          <a:ext cx="789824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789824" y="17753"/>
              </a:lnTo>
            </a:path>
          </a:pathLst>
        </a:custGeom>
        <a:noFill/>
        <a:ln w="25400" cap="flat" cmpd="sng" algn="ctr">
          <a:solidFill>
            <a:schemeClr val="accent5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4150616" y="1320798"/>
        <a:ext cx="39491" cy="39491"/>
      </dsp:txXfrm>
    </dsp:sp>
    <dsp:sp modelId="{A48B46B6-841B-465A-B6C6-461AB153386D}">
      <dsp:nvSpPr>
        <dsp:cNvPr id="0" name=""/>
        <dsp:cNvSpPr/>
      </dsp:nvSpPr>
      <dsp:spPr>
        <a:xfrm>
          <a:off x="4491037" y="709215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Uji Pihak Kiri</a:t>
          </a:r>
          <a:endParaRPr lang="en-ID" sz="1800" kern="1200" dirty="0"/>
        </a:p>
      </dsp:txBody>
      <dsp:txXfrm>
        <a:off x="4514518" y="732696"/>
        <a:ext cx="1556412" cy="754725"/>
      </dsp:txXfrm>
    </dsp:sp>
    <dsp:sp modelId="{BD78F1A1-5C8A-4DF3-B31D-B992BECEE68F}">
      <dsp:nvSpPr>
        <dsp:cNvPr id="0" name=""/>
        <dsp:cNvSpPr/>
      </dsp:nvSpPr>
      <dsp:spPr>
        <a:xfrm rot="2142401">
          <a:off x="3775450" y="1783760"/>
          <a:ext cx="789824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789824" y="17753"/>
              </a:lnTo>
            </a:path>
          </a:pathLst>
        </a:custGeom>
        <a:noFill/>
        <a:ln w="25400" cap="flat" cmpd="sng" algn="ctr">
          <a:solidFill>
            <a:schemeClr val="accent5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4150616" y="1781769"/>
        <a:ext cx="39491" cy="39491"/>
      </dsp:txXfrm>
    </dsp:sp>
    <dsp:sp modelId="{AAC8C830-E8BF-4023-9C27-BE7627664530}">
      <dsp:nvSpPr>
        <dsp:cNvPr id="0" name=""/>
        <dsp:cNvSpPr/>
      </dsp:nvSpPr>
      <dsp:spPr>
        <a:xfrm>
          <a:off x="4491037" y="1631156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Uji Pihak Kanan</a:t>
          </a:r>
          <a:endParaRPr lang="en-ID" sz="1800" kern="1200" dirty="0"/>
        </a:p>
      </dsp:txBody>
      <dsp:txXfrm>
        <a:off x="4514518" y="1654637"/>
        <a:ext cx="1556412" cy="754725"/>
      </dsp:txXfrm>
    </dsp:sp>
    <dsp:sp modelId="{84C6E51F-A422-4598-86F4-EF05681A8367}">
      <dsp:nvSpPr>
        <dsp:cNvPr id="0" name=""/>
        <dsp:cNvSpPr/>
      </dsp:nvSpPr>
      <dsp:spPr>
        <a:xfrm rot="2829178">
          <a:off x="1454086" y="2590458"/>
          <a:ext cx="943101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943101" y="17753"/>
              </a:lnTo>
            </a:path>
          </a:pathLst>
        </a:custGeom>
        <a:noFill/>
        <a:ln w="25400" cap="flat" cmpd="sng" algn="ctr">
          <a:solidFill>
            <a:schemeClr val="accent5">
              <a:tint val="99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1902059" y="2584635"/>
        <a:ext cx="47155" cy="47155"/>
      </dsp:txXfrm>
    </dsp:sp>
    <dsp:sp modelId="{C4FEC862-CBA0-4FCB-8ED5-525E582F0F19}">
      <dsp:nvSpPr>
        <dsp:cNvPr id="0" name=""/>
        <dsp:cNvSpPr/>
      </dsp:nvSpPr>
      <dsp:spPr>
        <a:xfrm>
          <a:off x="2246312" y="2553096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tint val="99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Hipotesis Non-direksional</a:t>
          </a:r>
          <a:endParaRPr lang="en-ID" sz="1800" kern="1200" dirty="0"/>
        </a:p>
      </dsp:txBody>
      <dsp:txXfrm>
        <a:off x="2269793" y="2576577"/>
        <a:ext cx="1556412" cy="754725"/>
      </dsp:txXfrm>
    </dsp:sp>
    <dsp:sp modelId="{05BA2855-1E2C-4621-B88A-DF79DE9E22E5}">
      <dsp:nvSpPr>
        <dsp:cNvPr id="0" name=""/>
        <dsp:cNvSpPr/>
      </dsp:nvSpPr>
      <dsp:spPr>
        <a:xfrm>
          <a:off x="3849687" y="2936186"/>
          <a:ext cx="641350" cy="35507"/>
        </a:xfrm>
        <a:custGeom>
          <a:avLst/>
          <a:gdLst/>
          <a:ahLst/>
          <a:cxnLst/>
          <a:rect l="0" t="0" r="0" b="0"/>
          <a:pathLst>
            <a:path>
              <a:moveTo>
                <a:pt x="0" y="17753"/>
              </a:moveTo>
              <a:lnTo>
                <a:pt x="641350" y="17753"/>
              </a:lnTo>
            </a:path>
          </a:pathLst>
        </a:custGeom>
        <a:noFill/>
        <a:ln w="25400" cap="flat" cmpd="sng" algn="ctr">
          <a:solidFill>
            <a:schemeClr val="accent5">
              <a:tint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D" sz="500" kern="1200"/>
        </a:p>
      </dsp:txBody>
      <dsp:txXfrm>
        <a:off x="4154328" y="2937906"/>
        <a:ext cx="32067" cy="32067"/>
      </dsp:txXfrm>
    </dsp:sp>
    <dsp:sp modelId="{EC5DBA34-0C71-476A-BA60-E8FF7DF57990}">
      <dsp:nvSpPr>
        <dsp:cNvPr id="0" name=""/>
        <dsp:cNvSpPr/>
      </dsp:nvSpPr>
      <dsp:spPr>
        <a:xfrm>
          <a:off x="4491037" y="2553096"/>
          <a:ext cx="1603374" cy="801687"/>
        </a:xfrm>
        <a:prstGeom prst="roundRect">
          <a:avLst>
            <a:gd name="adj" fmla="val 10000"/>
          </a:avLst>
        </a:prstGeom>
        <a:solidFill>
          <a:schemeClr val="accent5">
            <a:tint val="8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Uji Dua Pihak</a:t>
          </a:r>
          <a:endParaRPr lang="en-ID" sz="1800" kern="1200" dirty="0"/>
        </a:p>
      </dsp:txBody>
      <dsp:txXfrm>
        <a:off x="4514518" y="2576577"/>
        <a:ext cx="1556412" cy="75472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9baafe93df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9baafe93df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9baafe93df_0_5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5" name="Google Shape;295;g9baafe93df_0_5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33943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9baafe93df_0_3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9baafe93df_0_3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35981" y="1393699"/>
            <a:ext cx="6886800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Roboto Condensed Light"/>
              <a:buNone/>
              <a:defRPr sz="1400"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body" idx="1"/>
          </p:nvPr>
        </p:nvSpPr>
        <p:spPr>
          <a:xfrm>
            <a:off x="870650" y="1144200"/>
            <a:ext cx="6919200" cy="351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9400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8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rabicPeriod"/>
              <a:defRPr>
                <a:solidFill>
                  <a:srgbClr val="000000"/>
                </a:solidFill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Nunito Light"/>
              <a:buAutoNum type="alphaLcPeriod"/>
              <a:defRPr>
                <a:solidFill>
                  <a:srgbClr val="000000"/>
                </a:solidFill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Nunito Light"/>
              <a:buAutoNum type="romanLcPeriod"/>
              <a:defRPr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 txBox="1">
            <a:spLocks noGrp="1"/>
          </p:cNvSpPr>
          <p:nvPr>
            <p:ph type="ctrTitle"/>
          </p:nvPr>
        </p:nvSpPr>
        <p:spPr>
          <a:xfrm flipH="1">
            <a:off x="695425" y="1514475"/>
            <a:ext cx="3559800" cy="7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800"/>
              <a:buNone/>
              <a:defRPr sz="1800"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subTitle" idx="1"/>
          </p:nvPr>
        </p:nvSpPr>
        <p:spPr>
          <a:xfrm flipH="1">
            <a:off x="1581025" y="2559200"/>
            <a:ext cx="2674200" cy="8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>
            <a:spLocks noGrp="1"/>
          </p:cNvSpPr>
          <p:nvPr>
            <p:ph type="title" hasCustomPrompt="1"/>
          </p:nvPr>
        </p:nvSpPr>
        <p:spPr>
          <a:xfrm>
            <a:off x="2250675" y="1001350"/>
            <a:ext cx="6191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2000"/>
              <a:buNone/>
              <a:defRPr sz="98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1"/>
          </p:nvPr>
        </p:nvSpPr>
        <p:spPr>
          <a:xfrm>
            <a:off x="2107950" y="2895050"/>
            <a:ext cx="6191100" cy="69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160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160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160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11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0"/>
          <p:cNvSpPr txBox="1">
            <a:spLocks noGrp="1"/>
          </p:cNvSpPr>
          <p:nvPr>
            <p:ph type="ctrTitle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0" name="Google Shape;90;p20"/>
          <p:cNvSpPr txBox="1">
            <a:spLocks noGrp="1"/>
          </p:cNvSpPr>
          <p:nvPr>
            <p:ph type="ctrTitle" idx="2"/>
          </p:nvPr>
        </p:nvSpPr>
        <p:spPr>
          <a:xfrm>
            <a:off x="32352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subTitle" idx="3"/>
          </p:nvPr>
        </p:nvSpPr>
        <p:spPr>
          <a:xfrm>
            <a:off x="3462900" y="2036750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2" name="Google Shape;92;p20"/>
          <p:cNvSpPr txBox="1">
            <a:spLocks noGrp="1"/>
          </p:cNvSpPr>
          <p:nvPr>
            <p:ph type="ctrTitle" idx="4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 sz="1800">
                <a:solidFill>
                  <a:srgbClr val="000000"/>
                </a:solidFill>
              </a:defRPr>
            </a:lvl9pPr>
          </a:lstStyle>
          <a:p>
            <a:endParaRPr/>
          </a:p>
        </p:txBody>
      </p:sp>
      <p:sp>
        <p:nvSpPr>
          <p:cNvPr id="93" name="Google Shape;93;p20"/>
          <p:cNvSpPr txBox="1">
            <a:spLocks noGrp="1"/>
          </p:cNvSpPr>
          <p:nvPr>
            <p:ph type="subTitle" idx="5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>
                <a:solidFill>
                  <a:srgbClr val="000000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94" name="Google Shape;94;p20"/>
          <p:cNvSpPr txBox="1">
            <a:spLocks noGrp="1"/>
          </p:cNvSpPr>
          <p:nvPr>
            <p:ph type="ctrTitle" idx="6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Exo 2"/>
              <a:buNone/>
              <a:defRPr sz="2800" b="1">
                <a:solidFill>
                  <a:srgbClr val="434343"/>
                </a:solidFill>
                <a:latin typeface="Exo 2"/>
                <a:ea typeface="Exo 2"/>
                <a:cs typeface="Exo 2"/>
                <a:sym typeface="Exo 2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xo 2"/>
              <a:buNone/>
              <a:defRPr sz="2800">
                <a:solidFill>
                  <a:schemeClr val="dk1"/>
                </a:solidFill>
                <a:latin typeface="Exo 2"/>
                <a:ea typeface="Exo 2"/>
                <a:cs typeface="Exo 2"/>
                <a:sym typeface="Exo 2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04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0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 sz="1200">
                <a:solidFill>
                  <a:srgbClr val="434343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7" r:id="rId4"/>
    <p:sldLayoutId id="2147483658" r:id="rId5"/>
    <p:sldLayoutId id="2147483666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>
            <a:spLocks noGrp="1"/>
          </p:cNvSpPr>
          <p:nvPr>
            <p:ph type="ctrTitle"/>
          </p:nvPr>
        </p:nvSpPr>
        <p:spPr>
          <a:xfrm>
            <a:off x="2556437" y="1393699"/>
            <a:ext cx="5395577" cy="17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dirty="0"/>
              <a:t>HIPOTESIS DAN UJI HIPOTESIS</a:t>
            </a:r>
            <a:endParaRPr dirty="0"/>
          </a:p>
        </p:txBody>
      </p:sp>
      <p:sp>
        <p:nvSpPr>
          <p:cNvPr id="152" name="Google Shape;152;p33"/>
          <p:cNvSpPr txBox="1">
            <a:spLocks noGrp="1"/>
          </p:cNvSpPr>
          <p:nvPr>
            <p:ph type="subTitle" idx="1"/>
          </p:nvPr>
        </p:nvSpPr>
        <p:spPr>
          <a:xfrm>
            <a:off x="3670681" y="2933522"/>
            <a:ext cx="4352100" cy="71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ASHRI SHABRINA AFRAH, M.T</a:t>
            </a:r>
            <a:endParaRPr dirty="0"/>
          </a:p>
        </p:txBody>
      </p:sp>
      <p:cxnSp>
        <p:nvCxnSpPr>
          <p:cNvPr id="153" name="Google Shape;153;p33"/>
          <p:cNvCxnSpPr/>
          <p:nvPr/>
        </p:nvCxnSpPr>
        <p:spPr>
          <a:xfrm>
            <a:off x="6677025" y="3176000"/>
            <a:ext cx="2460000" cy="0"/>
          </a:xfrm>
          <a:prstGeom prst="straightConnector1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>
            <a:spLocks noGrp="1"/>
          </p:cNvSpPr>
          <p:nvPr>
            <p:ph type="ctrTitle" idx="6"/>
          </p:nvPr>
        </p:nvSpPr>
        <p:spPr>
          <a:xfrm>
            <a:off x="1964851" y="498018"/>
            <a:ext cx="5214300" cy="858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DEFINISI HIPOTESIS</a:t>
            </a:r>
            <a:endParaRPr dirty="0"/>
          </a:p>
        </p:txBody>
      </p:sp>
      <p:sp>
        <p:nvSpPr>
          <p:cNvPr id="298" name="Google Shape;298;p43"/>
          <p:cNvSpPr txBox="1">
            <a:spLocks noGrp="1"/>
          </p:cNvSpPr>
          <p:nvPr>
            <p:ph type="ctrTitle" idx="4"/>
          </p:nvPr>
        </p:nvSpPr>
        <p:spPr>
          <a:xfrm>
            <a:off x="59088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Riduwan (2020:163)</a:t>
            </a:r>
            <a:endParaRPr dirty="0"/>
          </a:p>
        </p:txBody>
      </p:sp>
      <p:sp>
        <p:nvSpPr>
          <p:cNvPr id="299" name="Google Shape;299;p43"/>
          <p:cNvSpPr txBox="1">
            <a:spLocks noGrp="1"/>
          </p:cNvSpPr>
          <p:nvPr>
            <p:ph type="subTitle" idx="1"/>
          </p:nvPr>
        </p:nvSpPr>
        <p:spPr>
          <a:xfrm>
            <a:off x="872450" y="3090475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Hipotesis adalah dugaan terhadap hubungan antara dua variabel atau lebih.</a:t>
            </a:r>
            <a:endParaRPr sz="1200" dirty="0"/>
          </a:p>
        </p:txBody>
      </p:sp>
      <p:sp>
        <p:nvSpPr>
          <p:cNvPr id="300" name="Google Shape;300;p43"/>
          <p:cNvSpPr txBox="1">
            <a:spLocks noGrp="1"/>
          </p:cNvSpPr>
          <p:nvPr>
            <p:ph type="ctrTitle"/>
          </p:nvPr>
        </p:nvSpPr>
        <p:spPr>
          <a:xfrm>
            <a:off x="561600" y="2804713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Tuckman (1982:5)</a:t>
            </a:r>
            <a:endParaRPr dirty="0"/>
          </a:p>
        </p:txBody>
      </p:sp>
      <p:sp>
        <p:nvSpPr>
          <p:cNvPr id="301" name="Google Shape;301;p43"/>
          <p:cNvSpPr txBox="1">
            <a:spLocks noGrp="1"/>
          </p:cNvSpPr>
          <p:nvPr>
            <p:ph type="subTitle" idx="5"/>
          </p:nvPr>
        </p:nvSpPr>
        <p:spPr>
          <a:xfrm>
            <a:off x="6136500" y="3090475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Hipotesis adalah jawaban atau dugaan sementara yang harus diuji lagi kebenarannya.</a:t>
            </a:r>
            <a:endParaRPr sz="1200" dirty="0"/>
          </a:p>
        </p:txBody>
      </p:sp>
      <p:sp>
        <p:nvSpPr>
          <p:cNvPr id="302" name="Google Shape;302;p43"/>
          <p:cNvSpPr txBox="1">
            <a:spLocks noGrp="1"/>
          </p:cNvSpPr>
          <p:nvPr>
            <p:ph type="ctrTitle" idx="2"/>
          </p:nvPr>
        </p:nvSpPr>
        <p:spPr>
          <a:xfrm>
            <a:off x="3235200" y="2845536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Sudjana (1992:219)</a:t>
            </a:r>
            <a:endParaRPr dirty="0"/>
          </a:p>
        </p:txBody>
      </p:sp>
      <p:sp>
        <p:nvSpPr>
          <p:cNvPr id="303" name="Google Shape;303;p43"/>
          <p:cNvSpPr txBox="1">
            <a:spLocks noGrp="1"/>
          </p:cNvSpPr>
          <p:nvPr>
            <p:ph type="subTitle" idx="3"/>
          </p:nvPr>
        </p:nvSpPr>
        <p:spPr>
          <a:xfrm>
            <a:off x="3462900" y="1843193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</a:rPr>
              <a:t>Hipotesis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adalah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asumsi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atau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dugaan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mengenai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satu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hal</a:t>
            </a:r>
            <a:r>
              <a:rPr lang="en-US" sz="1200" dirty="0">
                <a:solidFill>
                  <a:schemeClr val="dk1"/>
                </a:solidFill>
              </a:rPr>
              <a:t> yang </a:t>
            </a:r>
            <a:r>
              <a:rPr lang="en-US" sz="1200" dirty="0" err="1">
                <a:solidFill>
                  <a:schemeClr val="dk1"/>
                </a:solidFill>
              </a:rPr>
              <a:t>dibuat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untuk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menjelaskan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hal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itu</a:t>
            </a:r>
            <a:r>
              <a:rPr lang="en-US" sz="1200" dirty="0">
                <a:solidFill>
                  <a:schemeClr val="dk1"/>
                </a:solidFill>
              </a:rPr>
              <a:t> yang </a:t>
            </a:r>
            <a:r>
              <a:rPr lang="en-US" sz="1200" dirty="0" err="1">
                <a:solidFill>
                  <a:schemeClr val="dk1"/>
                </a:solidFill>
              </a:rPr>
              <a:t>sering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dituntut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untuk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melakukan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pengecekannya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04" name="Google Shape;304;p43"/>
          <p:cNvCxnSpPr/>
          <p:nvPr/>
        </p:nvCxnSpPr>
        <p:spPr>
          <a:xfrm>
            <a:off x="32352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43"/>
          <p:cNvCxnSpPr/>
          <p:nvPr/>
        </p:nvCxnSpPr>
        <p:spPr>
          <a:xfrm>
            <a:off x="59088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306" name="Google Shape;306;p43"/>
          <p:cNvGrpSpPr/>
          <p:nvPr/>
        </p:nvGrpSpPr>
        <p:grpSpPr>
          <a:xfrm>
            <a:off x="4249650" y="3516549"/>
            <a:ext cx="644700" cy="644700"/>
            <a:chOff x="4249650" y="3516549"/>
            <a:chExt cx="644700" cy="644700"/>
          </a:xfrm>
        </p:grpSpPr>
        <p:sp>
          <p:nvSpPr>
            <p:cNvPr id="307" name="Google Shape;307;p43"/>
            <p:cNvSpPr/>
            <p:nvPr/>
          </p:nvSpPr>
          <p:spPr>
            <a:xfrm>
              <a:off x="4249650" y="3516549"/>
              <a:ext cx="644700" cy="6447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08" name="Google Shape;308;p43"/>
            <p:cNvGrpSpPr/>
            <p:nvPr/>
          </p:nvGrpSpPr>
          <p:grpSpPr>
            <a:xfrm>
              <a:off x="4406312" y="3674544"/>
              <a:ext cx="331366" cy="328695"/>
              <a:chOff x="-5613150" y="3991275"/>
              <a:chExt cx="294600" cy="292225"/>
            </a:xfrm>
          </p:grpSpPr>
          <p:sp>
            <p:nvSpPr>
              <p:cNvPr id="309" name="Google Shape;309;p43"/>
              <p:cNvSpPr/>
              <p:nvPr/>
            </p:nvSpPr>
            <p:spPr>
              <a:xfrm>
                <a:off x="-5480050" y="4046400"/>
                <a:ext cx="27600" cy="14200"/>
              </a:xfrm>
              <a:custGeom>
                <a:avLst/>
                <a:gdLst/>
                <a:ahLst/>
                <a:cxnLst/>
                <a:rect l="l" t="t" r="r" b="b"/>
                <a:pathLst>
                  <a:path w="1104" h="568" extrusionOk="0">
                    <a:moveTo>
                      <a:pt x="537" y="1"/>
                    </a:moveTo>
                    <a:lnTo>
                      <a:pt x="1" y="568"/>
                    </a:lnTo>
                    <a:lnTo>
                      <a:pt x="1104" y="568"/>
                    </a:lnTo>
                    <a:lnTo>
                      <a:pt x="537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43"/>
              <p:cNvSpPr/>
              <p:nvPr/>
            </p:nvSpPr>
            <p:spPr>
              <a:xfrm>
                <a:off x="-5531225" y="4042450"/>
                <a:ext cx="441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65" h="726" extrusionOk="0">
                    <a:moveTo>
                      <a:pt x="693" y="1"/>
                    </a:moveTo>
                    <a:lnTo>
                      <a:pt x="0" y="726"/>
                    </a:lnTo>
                    <a:lnTo>
                      <a:pt x="1103" y="726"/>
                    </a:lnTo>
                    <a:lnTo>
                      <a:pt x="1764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43"/>
              <p:cNvSpPr/>
              <p:nvPr/>
            </p:nvSpPr>
            <p:spPr>
              <a:xfrm>
                <a:off x="-5443025" y="4077125"/>
                <a:ext cx="41775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671" h="1639" extrusionOk="0">
                    <a:moveTo>
                      <a:pt x="694" y="0"/>
                    </a:moveTo>
                    <a:lnTo>
                      <a:pt x="1" y="1638"/>
                    </a:lnTo>
                    <a:lnTo>
                      <a:pt x="1" y="1638"/>
                    </a:lnTo>
                    <a:lnTo>
                      <a:pt x="1670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2" name="Google Shape;312;p43"/>
              <p:cNvSpPr/>
              <p:nvPr/>
            </p:nvSpPr>
            <p:spPr>
              <a:xfrm>
                <a:off x="-5487925" y="4077125"/>
                <a:ext cx="43350" cy="54375"/>
              </a:xfrm>
              <a:custGeom>
                <a:avLst/>
                <a:gdLst/>
                <a:ahLst/>
                <a:cxnLst/>
                <a:rect l="l" t="t" r="r" b="b"/>
                <a:pathLst>
                  <a:path w="1734" h="2175" extrusionOk="0">
                    <a:moveTo>
                      <a:pt x="1" y="0"/>
                    </a:moveTo>
                    <a:lnTo>
                      <a:pt x="852" y="2174"/>
                    </a:lnTo>
                    <a:lnTo>
                      <a:pt x="1734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3" name="Google Shape;313;p43"/>
              <p:cNvSpPr/>
              <p:nvPr/>
            </p:nvSpPr>
            <p:spPr>
              <a:xfrm>
                <a:off x="-5445375" y="4042450"/>
                <a:ext cx="44125" cy="18150"/>
              </a:xfrm>
              <a:custGeom>
                <a:avLst/>
                <a:gdLst/>
                <a:ahLst/>
                <a:cxnLst/>
                <a:rect l="l" t="t" r="r" b="b"/>
                <a:pathLst>
                  <a:path w="1765" h="726" extrusionOk="0">
                    <a:moveTo>
                      <a:pt x="0" y="1"/>
                    </a:moveTo>
                    <a:lnTo>
                      <a:pt x="693" y="726"/>
                    </a:lnTo>
                    <a:lnTo>
                      <a:pt x="1764" y="726"/>
                    </a:lnTo>
                    <a:lnTo>
                      <a:pt x="1103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4" name="Google Shape;314;p43"/>
              <p:cNvSpPr/>
              <p:nvPr/>
            </p:nvSpPr>
            <p:spPr>
              <a:xfrm>
                <a:off x="-5531225" y="4077125"/>
                <a:ext cx="41750" cy="40975"/>
              </a:xfrm>
              <a:custGeom>
                <a:avLst/>
                <a:gdLst/>
                <a:ahLst/>
                <a:cxnLst/>
                <a:rect l="l" t="t" r="r" b="b"/>
                <a:pathLst>
                  <a:path w="1670" h="1639" extrusionOk="0">
                    <a:moveTo>
                      <a:pt x="0" y="0"/>
                    </a:moveTo>
                    <a:lnTo>
                      <a:pt x="1670" y="1638"/>
                    </a:lnTo>
                    <a:lnTo>
                      <a:pt x="977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5" name="Google Shape;315;p43"/>
              <p:cNvSpPr/>
              <p:nvPr/>
            </p:nvSpPr>
            <p:spPr>
              <a:xfrm>
                <a:off x="-5613150" y="4198400"/>
                <a:ext cx="292225" cy="33900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1356" extrusionOk="0">
                    <a:moveTo>
                      <a:pt x="1" y="1"/>
                    </a:moveTo>
                    <a:lnTo>
                      <a:pt x="1" y="347"/>
                    </a:lnTo>
                    <a:lnTo>
                      <a:pt x="32" y="347"/>
                    </a:lnTo>
                    <a:cubicBezTo>
                      <a:pt x="32" y="883"/>
                      <a:pt x="505" y="1356"/>
                      <a:pt x="1072" y="1356"/>
                    </a:cubicBezTo>
                    <a:lnTo>
                      <a:pt x="10681" y="1356"/>
                    </a:lnTo>
                    <a:cubicBezTo>
                      <a:pt x="11216" y="1356"/>
                      <a:pt x="11689" y="883"/>
                      <a:pt x="11689" y="347"/>
                    </a:cubicBezTo>
                    <a:lnTo>
                      <a:pt x="1168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6" name="Google Shape;316;p43"/>
              <p:cNvSpPr/>
              <p:nvPr/>
            </p:nvSpPr>
            <p:spPr>
              <a:xfrm>
                <a:off x="-5610775" y="3991275"/>
                <a:ext cx="292225" cy="189050"/>
              </a:xfrm>
              <a:custGeom>
                <a:avLst/>
                <a:gdLst/>
                <a:ahLst/>
                <a:cxnLst/>
                <a:rect l="l" t="t" r="r" b="b"/>
                <a:pathLst>
                  <a:path w="11689" h="7562" extrusionOk="0">
                    <a:moveTo>
                      <a:pt x="7813" y="1386"/>
                    </a:moveTo>
                    <a:cubicBezTo>
                      <a:pt x="7908" y="1386"/>
                      <a:pt x="8034" y="1418"/>
                      <a:pt x="8065" y="1512"/>
                    </a:cubicBezTo>
                    <a:cubicBezTo>
                      <a:pt x="8128" y="1575"/>
                      <a:pt x="9483" y="2867"/>
                      <a:pt x="9515" y="2993"/>
                    </a:cubicBezTo>
                    <a:cubicBezTo>
                      <a:pt x="9578" y="3088"/>
                      <a:pt x="9578" y="3214"/>
                      <a:pt x="9452" y="3340"/>
                    </a:cubicBezTo>
                    <a:lnTo>
                      <a:pt x="6018" y="6774"/>
                    </a:lnTo>
                    <a:cubicBezTo>
                      <a:pt x="5943" y="6848"/>
                      <a:pt x="5862" y="6880"/>
                      <a:pt x="5783" y="6880"/>
                    </a:cubicBezTo>
                    <a:cubicBezTo>
                      <a:pt x="5696" y="6880"/>
                      <a:pt x="5612" y="6840"/>
                      <a:pt x="5545" y="6774"/>
                    </a:cubicBezTo>
                    <a:lnTo>
                      <a:pt x="2111" y="3340"/>
                    </a:lnTo>
                    <a:cubicBezTo>
                      <a:pt x="2001" y="3230"/>
                      <a:pt x="1987" y="2976"/>
                      <a:pt x="2027" y="2976"/>
                    </a:cubicBezTo>
                    <a:cubicBezTo>
                      <a:pt x="2033" y="2976"/>
                      <a:pt x="2040" y="2981"/>
                      <a:pt x="2048" y="2993"/>
                    </a:cubicBezTo>
                    <a:cubicBezTo>
                      <a:pt x="2048" y="2962"/>
                      <a:pt x="2079" y="2930"/>
                      <a:pt x="2111" y="2867"/>
                    </a:cubicBezTo>
                    <a:lnTo>
                      <a:pt x="3497" y="1512"/>
                    </a:lnTo>
                    <a:cubicBezTo>
                      <a:pt x="3560" y="1418"/>
                      <a:pt x="3655" y="1386"/>
                      <a:pt x="3718" y="1386"/>
                    </a:cubicBezTo>
                    <a:close/>
                    <a:moveTo>
                      <a:pt x="1008" y="0"/>
                    </a:moveTo>
                    <a:cubicBezTo>
                      <a:pt x="473" y="0"/>
                      <a:pt x="0" y="473"/>
                      <a:pt x="0" y="1040"/>
                    </a:cubicBezTo>
                    <a:lnTo>
                      <a:pt x="0" y="7561"/>
                    </a:lnTo>
                    <a:lnTo>
                      <a:pt x="11689" y="7561"/>
                    </a:lnTo>
                    <a:lnTo>
                      <a:pt x="11689" y="1040"/>
                    </a:lnTo>
                    <a:cubicBezTo>
                      <a:pt x="11657" y="473"/>
                      <a:pt x="11184" y="0"/>
                      <a:pt x="1061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7" name="Google Shape;317;p43"/>
              <p:cNvSpPr/>
              <p:nvPr/>
            </p:nvSpPr>
            <p:spPr>
              <a:xfrm>
                <a:off x="-5546975" y="4250400"/>
                <a:ext cx="160700" cy="33100"/>
              </a:xfrm>
              <a:custGeom>
                <a:avLst/>
                <a:gdLst/>
                <a:ahLst/>
                <a:cxnLst/>
                <a:rect l="l" t="t" r="r" b="b"/>
                <a:pathLst>
                  <a:path w="6428" h="1324" extrusionOk="0">
                    <a:moveTo>
                      <a:pt x="1544" y="0"/>
                    </a:moveTo>
                    <a:lnTo>
                      <a:pt x="1386" y="662"/>
                    </a:lnTo>
                    <a:lnTo>
                      <a:pt x="473" y="662"/>
                    </a:lnTo>
                    <a:cubicBezTo>
                      <a:pt x="32" y="662"/>
                      <a:pt x="0" y="1323"/>
                      <a:pt x="473" y="1323"/>
                    </a:cubicBezTo>
                    <a:lnTo>
                      <a:pt x="5955" y="1323"/>
                    </a:lnTo>
                    <a:cubicBezTo>
                      <a:pt x="6427" y="1323"/>
                      <a:pt x="6427" y="662"/>
                      <a:pt x="5986" y="662"/>
                    </a:cubicBezTo>
                    <a:lnTo>
                      <a:pt x="5072" y="662"/>
                    </a:lnTo>
                    <a:lnTo>
                      <a:pt x="491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18" name="Google Shape;318;p43"/>
          <p:cNvGrpSpPr/>
          <p:nvPr/>
        </p:nvGrpSpPr>
        <p:grpSpPr>
          <a:xfrm>
            <a:off x="1576050" y="1853650"/>
            <a:ext cx="644700" cy="644700"/>
            <a:chOff x="1576050" y="1853650"/>
            <a:chExt cx="644700" cy="644700"/>
          </a:xfrm>
        </p:grpSpPr>
        <p:sp>
          <p:nvSpPr>
            <p:cNvPr id="319" name="Google Shape;319;p43"/>
            <p:cNvSpPr/>
            <p:nvPr/>
          </p:nvSpPr>
          <p:spPr>
            <a:xfrm>
              <a:off x="1576050" y="1853650"/>
              <a:ext cx="644700" cy="6447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20" name="Google Shape;320;p43"/>
            <p:cNvGrpSpPr/>
            <p:nvPr/>
          </p:nvGrpSpPr>
          <p:grpSpPr>
            <a:xfrm>
              <a:off x="1733606" y="2012194"/>
              <a:ext cx="329595" cy="327598"/>
              <a:chOff x="-6689825" y="3992050"/>
              <a:chExt cx="293025" cy="291250"/>
            </a:xfrm>
          </p:grpSpPr>
          <p:sp>
            <p:nvSpPr>
              <p:cNvPr id="321" name="Google Shape;321;p43"/>
              <p:cNvSpPr/>
              <p:nvPr/>
            </p:nvSpPr>
            <p:spPr>
              <a:xfrm>
                <a:off x="-6547275" y="3992050"/>
                <a:ext cx="30750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2616" extrusionOk="0">
                    <a:moveTo>
                      <a:pt x="1229" y="1"/>
                    </a:moveTo>
                    <a:cubicBezTo>
                      <a:pt x="757" y="379"/>
                      <a:pt x="284" y="1355"/>
                      <a:pt x="1" y="2616"/>
                    </a:cubicBezTo>
                    <a:lnTo>
                      <a:pt x="1229" y="2616"/>
                    </a:lnTo>
                    <a:lnTo>
                      <a:pt x="12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2" name="Google Shape;322;p43"/>
              <p:cNvSpPr/>
              <p:nvPr/>
            </p:nvSpPr>
            <p:spPr>
              <a:xfrm>
                <a:off x="-6547275" y="4143275"/>
                <a:ext cx="30750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230" h="2584" extrusionOk="0">
                    <a:moveTo>
                      <a:pt x="1" y="1"/>
                    </a:moveTo>
                    <a:cubicBezTo>
                      <a:pt x="284" y="1261"/>
                      <a:pt x="757" y="2237"/>
                      <a:pt x="1229" y="2584"/>
                    </a:cubicBezTo>
                    <a:lnTo>
                      <a:pt x="1229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3" name="Google Shape;323;p43"/>
              <p:cNvSpPr/>
              <p:nvPr/>
            </p:nvSpPr>
            <p:spPr>
              <a:xfrm>
                <a:off x="-6551200" y="4073975"/>
                <a:ext cx="3467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1387" h="2048" extrusionOk="0">
                    <a:moveTo>
                      <a:pt x="63" y="0"/>
                    </a:moveTo>
                    <a:cubicBezTo>
                      <a:pt x="0" y="725"/>
                      <a:pt x="0" y="1355"/>
                      <a:pt x="63" y="2048"/>
                    </a:cubicBezTo>
                    <a:lnTo>
                      <a:pt x="1386" y="2048"/>
                    </a:lnTo>
                    <a:lnTo>
                      <a:pt x="138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4" name="Google Shape;324;p43"/>
              <p:cNvSpPr/>
              <p:nvPr/>
            </p:nvSpPr>
            <p:spPr>
              <a:xfrm>
                <a:off x="-6475600" y="3994425"/>
                <a:ext cx="7012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21" extrusionOk="0">
                    <a:moveTo>
                      <a:pt x="1" y="0"/>
                    </a:moveTo>
                    <a:cubicBezTo>
                      <a:pt x="442" y="630"/>
                      <a:pt x="757" y="1512"/>
                      <a:pt x="946" y="2521"/>
                    </a:cubicBezTo>
                    <a:lnTo>
                      <a:pt x="2805" y="2521"/>
                    </a:lnTo>
                    <a:cubicBezTo>
                      <a:pt x="2301" y="1292"/>
                      <a:pt x="1261" y="347"/>
                      <a:pt x="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5" name="Google Shape;325;p43"/>
              <p:cNvSpPr/>
              <p:nvPr/>
            </p:nvSpPr>
            <p:spPr>
              <a:xfrm>
                <a:off x="-6449600" y="4073975"/>
                <a:ext cx="5280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112" h="2048" extrusionOk="0">
                    <a:moveTo>
                      <a:pt x="0" y="0"/>
                    </a:moveTo>
                    <a:cubicBezTo>
                      <a:pt x="63" y="725"/>
                      <a:pt x="63" y="1355"/>
                      <a:pt x="0" y="2048"/>
                    </a:cubicBezTo>
                    <a:lnTo>
                      <a:pt x="1954" y="2048"/>
                    </a:lnTo>
                    <a:cubicBezTo>
                      <a:pt x="2048" y="1733"/>
                      <a:pt x="2080" y="1386"/>
                      <a:pt x="2080" y="1040"/>
                    </a:cubicBezTo>
                    <a:cubicBezTo>
                      <a:pt x="2111" y="662"/>
                      <a:pt x="2048" y="347"/>
                      <a:pt x="195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6" name="Google Shape;326;p43"/>
              <p:cNvSpPr/>
              <p:nvPr/>
            </p:nvSpPr>
            <p:spPr>
              <a:xfrm>
                <a:off x="-6500000" y="3992050"/>
                <a:ext cx="30725" cy="6540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616" extrusionOk="0">
                    <a:moveTo>
                      <a:pt x="0" y="1"/>
                    </a:moveTo>
                    <a:lnTo>
                      <a:pt x="0" y="2616"/>
                    </a:lnTo>
                    <a:lnTo>
                      <a:pt x="1229" y="2616"/>
                    </a:lnTo>
                    <a:cubicBezTo>
                      <a:pt x="977" y="1355"/>
                      <a:pt x="473" y="379"/>
                      <a:pt x="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43"/>
              <p:cNvSpPr/>
              <p:nvPr/>
            </p:nvSpPr>
            <p:spPr>
              <a:xfrm>
                <a:off x="-6500000" y="4143275"/>
                <a:ext cx="30725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1229" h="2584" extrusionOk="0">
                    <a:moveTo>
                      <a:pt x="0" y="1"/>
                    </a:moveTo>
                    <a:lnTo>
                      <a:pt x="0" y="2584"/>
                    </a:lnTo>
                    <a:cubicBezTo>
                      <a:pt x="473" y="2237"/>
                      <a:pt x="945" y="1261"/>
                      <a:pt x="1229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43"/>
              <p:cNvSpPr/>
              <p:nvPr/>
            </p:nvSpPr>
            <p:spPr>
              <a:xfrm>
                <a:off x="-6689825" y="4141700"/>
                <a:ext cx="149675" cy="141600"/>
              </a:xfrm>
              <a:custGeom>
                <a:avLst/>
                <a:gdLst/>
                <a:ahLst/>
                <a:cxnLst/>
                <a:rect l="l" t="t" r="r" b="b"/>
                <a:pathLst>
                  <a:path w="5987" h="5664" extrusionOk="0">
                    <a:moveTo>
                      <a:pt x="3182" y="1"/>
                    </a:moveTo>
                    <a:cubicBezTo>
                      <a:pt x="3371" y="442"/>
                      <a:pt x="3623" y="851"/>
                      <a:pt x="3938" y="1198"/>
                    </a:cubicBezTo>
                    <a:lnTo>
                      <a:pt x="3088" y="2017"/>
                    </a:lnTo>
                    <a:cubicBezTo>
                      <a:pt x="2946" y="1946"/>
                      <a:pt x="2791" y="1911"/>
                      <a:pt x="2638" y="1911"/>
                    </a:cubicBezTo>
                    <a:cubicBezTo>
                      <a:pt x="2382" y="1911"/>
                      <a:pt x="2131" y="2009"/>
                      <a:pt x="1954" y="2206"/>
                    </a:cubicBezTo>
                    <a:lnTo>
                      <a:pt x="378" y="3907"/>
                    </a:lnTo>
                    <a:cubicBezTo>
                      <a:pt x="0" y="4317"/>
                      <a:pt x="0" y="4978"/>
                      <a:pt x="378" y="5356"/>
                    </a:cubicBezTo>
                    <a:cubicBezTo>
                      <a:pt x="583" y="5561"/>
                      <a:pt x="851" y="5664"/>
                      <a:pt x="1115" y="5664"/>
                    </a:cubicBezTo>
                    <a:cubicBezTo>
                      <a:pt x="1379" y="5664"/>
                      <a:pt x="1639" y="5561"/>
                      <a:pt x="1828" y="5356"/>
                    </a:cubicBezTo>
                    <a:lnTo>
                      <a:pt x="3403" y="3687"/>
                    </a:lnTo>
                    <a:cubicBezTo>
                      <a:pt x="3718" y="3372"/>
                      <a:pt x="3781" y="2899"/>
                      <a:pt x="3623" y="2521"/>
                    </a:cubicBezTo>
                    <a:lnTo>
                      <a:pt x="4443" y="1702"/>
                    </a:lnTo>
                    <a:cubicBezTo>
                      <a:pt x="4821" y="2111"/>
                      <a:pt x="5388" y="2426"/>
                      <a:pt x="5986" y="2584"/>
                    </a:cubicBezTo>
                    <a:cubicBezTo>
                      <a:pt x="5545" y="1954"/>
                      <a:pt x="5230" y="1040"/>
                      <a:pt x="5041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43"/>
              <p:cNvSpPr/>
              <p:nvPr/>
            </p:nvSpPr>
            <p:spPr>
              <a:xfrm>
                <a:off x="-6475600" y="4141700"/>
                <a:ext cx="70125" cy="64600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84" extrusionOk="0">
                    <a:moveTo>
                      <a:pt x="946" y="1"/>
                    </a:moveTo>
                    <a:cubicBezTo>
                      <a:pt x="757" y="1040"/>
                      <a:pt x="442" y="1954"/>
                      <a:pt x="1" y="2584"/>
                    </a:cubicBezTo>
                    <a:cubicBezTo>
                      <a:pt x="1261" y="2174"/>
                      <a:pt x="2301" y="1229"/>
                      <a:pt x="28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43"/>
              <p:cNvSpPr/>
              <p:nvPr/>
            </p:nvSpPr>
            <p:spPr>
              <a:xfrm>
                <a:off x="-6618950" y="4073975"/>
                <a:ext cx="52025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2081" h="2048" extrusionOk="0">
                    <a:moveTo>
                      <a:pt x="95" y="0"/>
                    </a:moveTo>
                    <a:cubicBezTo>
                      <a:pt x="32" y="315"/>
                      <a:pt x="1" y="662"/>
                      <a:pt x="1" y="1040"/>
                    </a:cubicBezTo>
                    <a:cubicBezTo>
                      <a:pt x="1" y="1386"/>
                      <a:pt x="32" y="1733"/>
                      <a:pt x="95" y="2048"/>
                    </a:cubicBezTo>
                    <a:lnTo>
                      <a:pt x="2080" y="2048"/>
                    </a:lnTo>
                    <a:cubicBezTo>
                      <a:pt x="1986" y="1355"/>
                      <a:pt x="1986" y="725"/>
                      <a:pt x="208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43"/>
              <p:cNvSpPr/>
              <p:nvPr/>
            </p:nvSpPr>
            <p:spPr>
              <a:xfrm>
                <a:off x="-6610275" y="3992850"/>
                <a:ext cx="70125" cy="63025"/>
              </a:xfrm>
              <a:custGeom>
                <a:avLst/>
                <a:gdLst/>
                <a:ahLst/>
                <a:cxnLst/>
                <a:rect l="l" t="t" r="r" b="b"/>
                <a:pathLst>
                  <a:path w="2805" h="2521" extrusionOk="0">
                    <a:moveTo>
                      <a:pt x="2804" y="0"/>
                    </a:moveTo>
                    <a:lnTo>
                      <a:pt x="2804" y="0"/>
                    </a:lnTo>
                    <a:cubicBezTo>
                      <a:pt x="1544" y="410"/>
                      <a:pt x="504" y="1355"/>
                      <a:pt x="0" y="2521"/>
                    </a:cubicBezTo>
                    <a:lnTo>
                      <a:pt x="1859" y="2521"/>
                    </a:lnTo>
                    <a:cubicBezTo>
                      <a:pt x="2017" y="1575"/>
                      <a:pt x="2363" y="693"/>
                      <a:pt x="28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43"/>
              <p:cNvSpPr/>
              <p:nvPr/>
            </p:nvSpPr>
            <p:spPr>
              <a:xfrm>
                <a:off x="-6500000" y="4073975"/>
                <a:ext cx="354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1418" h="2048" extrusionOk="0">
                    <a:moveTo>
                      <a:pt x="0" y="0"/>
                    </a:moveTo>
                    <a:lnTo>
                      <a:pt x="0" y="2048"/>
                    </a:lnTo>
                    <a:lnTo>
                      <a:pt x="1292" y="2048"/>
                    </a:lnTo>
                    <a:cubicBezTo>
                      <a:pt x="1418" y="1355"/>
                      <a:pt x="1418" y="725"/>
                      <a:pt x="1292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333" name="Google Shape;333;p43"/>
          <p:cNvGrpSpPr/>
          <p:nvPr/>
        </p:nvGrpSpPr>
        <p:grpSpPr>
          <a:xfrm>
            <a:off x="6923250" y="1855160"/>
            <a:ext cx="644700" cy="644700"/>
            <a:chOff x="6923250" y="1855160"/>
            <a:chExt cx="644700" cy="644700"/>
          </a:xfrm>
        </p:grpSpPr>
        <p:sp>
          <p:nvSpPr>
            <p:cNvPr id="334" name="Google Shape;334;p43"/>
            <p:cNvSpPr/>
            <p:nvPr/>
          </p:nvSpPr>
          <p:spPr>
            <a:xfrm>
              <a:off x="6923250" y="1855160"/>
              <a:ext cx="644700" cy="644700"/>
            </a:xfrm>
            <a:prstGeom prst="snip2DiagRect">
              <a:avLst>
                <a:gd name="adj1" fmla="val 0"/>
                <a:gd name="adj2" fmla="val 16667"/>
              </a:avLst>
            </a:prstGeom>
            <a:solidFill>
              <a:srgbClr val="43434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5" name="Google Shape;335;p43"/>
            <p:cNvGrpSpPr/>
            <p:nvPr/>
          </p:nvGrpSpPr>
          <p:grpSpPr>
            <a:xfrm>
              <a:off x="7080796" y="2013156"/>
              <a:ext cx="330494" cy="328723"/>
              <a:chOff x="-3031325" y="3597450"/>
              <a:chExt cx="293825" cy="292250"/>
            </a:xfrm>
          </p:grpSpPr>
          <p:sp>
            <p:nvSpPr>
              <p:cNvPr id="336" name="Google Shape;336;p43"/>
              <p:cNvSpPr/>
              <p:nvPr/>
            </p:nvSpPr>
            <p:spPr>
              <a:xfrm>
                <a:off x="-3029750" y="3597450"/>
                <a:ext cx="292250" cy="67775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2711" extrusionOk="0">
                    <a:moveTo>
                      <a:pt x="1702" y="1387"/>
                    </a:moveTo>
                    <a:cubicBezTo>
                      <a:pt x="1891" y="1387"/>
                      <a:pt x="2049" y="1545"/>
                      <a:pt x="2049" y="1734"/>
                    </a:cubicBezTo>
                    <a:cubicBezTo>
                      <a:pt x="2049" y="1923"/>
                      <a:pt x="1891" y="2080"/>
                      <a:pt x="1702" y="2080"/>
                    </a:cubicBezTo>
                    <a:cubicBezTo>
                      <a:pt x="1513" y="2080"/>
                      <a:pt x="1356" y="1923"/>
                      <a:pt x="1356" y="1734"/>
                    </a:cubicBezTo>
                    <a:cubicBezTo>
                      <a:pt x="1356" y="1545"/>
                      <a:pt x="1513" y="1387"/>
                      <a:pt x="1702" y="1387"/>
                    </a:cubicBezTo>
                    <a:close/>
                    <a:moveTo>
                      <a:pt x="3120" y="1387"/>
                    </a:moveTo>
                    <a:cubicBezTo>
                      <a:pt x="3309" y="1387"/>
                      <a:pt x="3466" y="1545"/>
                      <a:pt x="3466" y="1734"/>
                    </a:cubicBezTo>
                    <a:cubicBezTo>
                      <a:pt x="3466" y="1923"/>
                      <a:pt x="3309" y="2080"/>
                      <a:pt x="3120" y="2080"/>
                    </a:cubicBezTo>
                    <a:cubicBezTo>
                      <a:pt x="2931" y="2080"/>
                      <a:pt x="2773" y="1923"/>
                      <a:pt x="2773" y="1734"/>
                    </a:cubicBezTo>
                    <a:cubicBezTo>
                      <a:pt x="2773" y="1545"/>
                      <a:pt x="2931" y="1387"/>
                      <a:pt x="3120" y="1387"/>
                    </a:cubicBezTo>
                    <a:close/>
                    <a:moveTo>
                      <a:pt x="9985" y="1417"/>
                    </a:moveTo>
                    <a:cubicBezTo>
                      <a:pt x="10400" y="1417"/>
                      <a:pt x="10449" y="2080"/>
                      <a:pt x="9956" y="2080"/>
                    </a:cubicBezTo>
                    <a:lnTo>
                      <a:pt x="5861" y="2080"/>
                    </a:lnTo>
                    <a:cubicBezTo>
                      <a:pt x="5451" y="2080"/>
                      <a:pt x="5388" y="1418"/>
                      <a:pt x="5861" y="1418"/>
                    </a:cubicBezTo>
                    <a:lnTo>
                      <a:pt x="9956" y="1418"/>
                    </a:lnTo>
                    <a:cubicBezTo>
                      <a:pt x="9966" y="1418"/>
                      <a:pt x="9976" y="1417"/>
                      <a:pt x="9985" y="1417"/>
                    </a:cubicBezTo>
                    <a:close/>
                    <a:moveTo>
                      <a:pt x="1041" y="1"/>
                    </a:moveTo>
                    <a:cubicBezTo>
                      <a:pt x="473" y="1"/>
                      <a:pt x="1" y="473"/>
                      <a:pt x="1" y="1040"/>
                    </a:cubicBezTo>
                    <a:lnTo>
                      <a:pt x="1" y="2710"/>
                    </a:lnTo>
                    <a:lnTo>
                      <a:pt x="11689" y="2710"/>
                    </a:lnTo>
                    <a:lnTo>
                      <a:pt x="11689" y="1040"/>
                    </a:lnTo>
                    <a:cubicBezTo>
                      <a:pt x="11658" y="473"/>
                      <a:pt x="11248" y="1"/>
                      <a:pt x="1065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7" name="Google Shape;337;p43"/>
              <p:cNvSpPr/>
              <p:nvPr/>
            </p:nvSpPr>
            <p:spPr>
              <a:xfrm>
                <a:off x="-3031325" y="3687250"/>
                <a:ext cx="292250" cy="153600"/>
              </a:xfrm>
              <a:custGeom>
                <a:avLst/>
                <a:gdLst/>
                <a:ahLst/>
                <a:cxnLst/>
                <a:rect l="l" t="t" r="r" b="b"/>
                <a:pathLst>
                  <a:path w="11690" h="6144" extrusionOk="0">
                    <a:moveTo>
                      <a:pt x="1" y="0"/>
                    </a:moveTo>
                    <a:lnTo>
                      <a:pt x="1" y="5104"/>
                    </a:lnTo>
                    <a:lnTo>
                      <a:pt x="64" y="5104"/>
                    </a:lnTo>
                    <a:cubicBezTo>
                      <a:pt x="64" y="5671"/>
                      <a:pt x="536" y="6144"/>
                      <a:pt x="1104" y="6144"/>
                    </a:cubicBezTo>
                    <a:lnTo>
                      <a:pt x="4475" y="6144"/>
                    </a:lnTo>
                    <a:cubicBezTo>
                      <a:pt x="4317" y="5671"/>
                      <a:pt x="4223" y="5199"/>
                      <a:pt x="4223" y="4695"/>
                    </a:cubicBezTo>
                    <a:lnTo>
                      <a:pt x="4223" y="2395"/>
                    </a:lnTo>
                    <a:cubicBezTo>
                      <a:pt x="4223" y="1790"/>
                      <a:pt x="4686" y="1366"/>
                      <a:pt x="5227" y="1366"/>
                    </a:cubicBezTo>
                    <a:cubicBezTo>
                      <a:pt x="5362" y="1366"/>
                      <a:pt x="5502" y="1393"/>
                      <a:pt x="5640" y="1450"/>
                    </a:cubicBezTo>
                    <a:cubicBezTo>
                      <a:pt x="5735" y="1481"/>
                      <a:pt x="5861" y="1544"/>
                      <a:pt x="5987" y="1544"/>
                    </a:cubicBezTo>
                    <a:cubicBezTo>
                      <a:pt x="6144" y="1544"/>
                      <a:pt x="6365" y="1450"/>
                      <a:pt x="6900" y="977"/>
                    </a:cubicBezTo>
                    <a:cubicBezTo>
                      <a:pt x="7090" y="788"/>
                      <a:pt x="7349" y="693"/>
                      <a:pt x="7613" y="693"/>
                    </a:cubicBezTo>
                    <a:cubicBezTo>
                      <a:pt x="7877" y="693"/>
                      <a:pt x="8145" y="788"/>
                      <a:pt x="8350" y="977"/>
                    </a:cubicBezTo>
                    <a:cubicBezTo>
                      <a:pt x="8822" y="1450"/>
                      <a:pt x="9106" y="1544"/>
                      <a:pt x="9263" y="1544"/>
                    </a:cubicBezTo>
                    <a:cubicBezTo>
                      <a:pt x="9358" y="1544"/>
                      <a:pt x="9484" y="1481"/>
                      <a:pt x="9610" y="1450"/>
                    </a:cubicBezTo>
                    <a:cubicBezTo>
                      <a:pt x="9742" y="1393"/>
                      <a:pt x="9878" y="1366"/>
                      <a:pt x="10011" y="1366"/>
                    </a:cubicBezTo>
                    <a:cubicBezTo>
                      <a:pt x="10544" y="1366"/>
                      <a:pt x="11028" y="1790"/>
                      <a:pt x="11028" y="2395"/>
                    </a:cubicBezTo>
                    <a:lnTo>
                      <a:pt x="11028" y="4695"/>
                    </a:lnTo>
                    <a:cubicBezTo>
                      <a:pt x="11028" y="5199"/>
                      <a:pt x="10933" y="5671"/>
                      <a:pt x="10744" y="6144"/>
                    </a:cubicBezTo>
                    <a:cubicBezTo>
                      <a:pt x="11248" y="6112"/>
                      <a:pt x="11689" y="5671"/>
                      <a:pt x="11689" y="5104"/>
                    </a:cubicBezTo>
                    <a:lnTo>
                      <a:pt x="11689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" name="Google Shape;338;p43"/>
              <p:cNvSpPr/>
              <p:nvPr/>
            </p:nvSpPr>
            <p:spPr>
              <a:xfrm>
                <a:off x="-2908450" y="3724275"/>
                <a:ext cx="59900" cy="164625"/>
              </a:xfrm>
              <a:custGeom>
                <a:avLst/>
                <a:gdLst/>
                <a:ahLst/>
                <a:cxnLst/>
                <a:rect l="l" t="t" r="r" b="b"/>
                <a:pathLst>
                  <a:path w="2396" h="6585" extrusionOk="0">
                    <a:moveTo>
                      <a:pt x="2395" y="0"/>
                    </a:moveTo>
                    <a:cubicBezTo>
                      <a:pt x="1904" y="491"/>
                      <a:pt x="1500" y="721"/>
                      <a:pt x="1085" y="721"/>
                    </a:cubicBezTo>
                    <a:cubicBezTo>
                      <a:pt x="887" y="721"/>
                      <a:pt x="687" y="669"/>
                      <a:pt x="473" y="567"/>
                    </a:cubicBezTo>
                    <a:cubicBezTo>
                      <a:pt x="423" y="548"/>
                      <a:pt x="374" y="539"/>
                      <a:pt x="327" y="539"/>
                    </a:cubicBezTo>
                    <a:cubicBezTo>
                      <a:pt x="142" y="539"/>
                      <a:pt x="1" y="681"/>
                      <a:pt x="1" y="882"/>
                    </a:cubicBezTo>
                    <a:lnTo>
                      <a:pt x="1" y="3214"/>
                    </a:lnTo>
                    <a:cubicBezTo>
                      <a:pt x="1" y="3718"/>
                      <a:pt x="127" y="4222"/>
                      <a:pt x="316" y="4663"/>
                    </a:cubicBezTo>
                    <a:cubicBezTo>
                      <a:pt x="725" y="5513"/>
                      <a:pt x="1387" y="6238"/>
                      <a:pt x="2395" y="6585"/>
                    </a:cubicBezTo>
                    <a:lnTo>
                      <a:pt x="2395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" name="Google Shape;339;p43"/>
              <p:cNvSpPr/>
              <p:nvPr/>
            </p:nvSpPr>
            <p:spPr>
              <a:xfrm>
                <a:off x="-2831250" y="3725850"/>
                <a:ext cx="59875" cy="163850"/>
              </a:xfrm>
              <a:custGeom>
                <a:avLst/>
                <a:gdLst/>
                <a:ahLst/>
                <a:cxnLst/>
                <a:rect l="l" t="t" r="r" b="b"/>
                <a:pathLst>
                  <a:path w="2395" h="6554" extrusionOk="0">
                    <a:moveTo>
                      <a:pt x="0" y="0"/>
                    </a:moveTo>
                    <a:lnTo>
                      <a:pt x="0" y="6553"/>
                    </a:lnTo>
                    <a:cubicBezTo>
                      <a:pt x="1008" y="6175"/>
                      <a:pt x="1670" y="5450"/>
                      <a:pt x="2079" y="4631"/>
                    </a:cubicBezTo>
                    <a:cubicBezTo>
                      <a:pt x="2269" y="4159"/>
                      <a:pt x="2395" y="3686"/>
                      <a:pt x="2395" y="3182"/>
                    </a:cubicBezTo>
                    <a:lnTo>
                      <a:pt x="2395" y="851"/>
                    </a:lnTo>
                    <a:cubicBezTo>
                      <a:pt x="2395" y="623"/>
                      <a:pt x="2212" y="477"/>
                      <a:pt x="2042" y="477"/>
                    </a:cubicBezTo>
                    <a:cubicBezTo>
                      <a:pt x="2000" y="477"/>
                      <a:pt x="1959" y="485"/>
                      <a:pt x="1922" y="504"/>
                    </a:cubicBezTo>
                    <a:cubicBezTo>
                      <a:pt x="1704" y="598"/>
                      <a:pt x="1496" y="647"/>
                      <a:pt x="1291" y="647"/>
                    </a:cubicBezTo>
                    <a:cubicBezTo>
                      <a:pt x="873" y="647"/>
                      <a:pt x="465" y="444"/>
                      <a:pt x="0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33F3CBAF-DE50-45FE-BEBC-DB725F2622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1" y="409998"/>
            <a:ext cx="5214300" cy="946200"/>
          </a:xfrm>
        </p:spPr>
        <p:txBody>
          <a:bodyPr/>
          <a:lstStyle/>
          <a:p>
            <a:r>
              <a:rPr lang="en-US" dirty="0"/>
              <a:t>HIPOTESIS PENELITIAN</a:t>
            </a:r>
            <a:endParaRPr lang="en-ID" dirty="0"/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7C6AEABB-C2EB-49C9-8EB2-63D2D8553E4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9016958"/>
              </p:ext>
            </p:extLst>
          </p:nvPr>
        </p:nvGraphicFramePr>
        <p:xfrm>
          <a:off x="1831521" y="1202282"/>
          <a:ext cx="5480957" cy="31913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283423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3DC63A-4877-4A93-A821-ABD54543FD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401454"/>
            <a:ext cx="5214300" cy="946200"/>
          </a:xfrm>
        </p:spPr>
        <p:txBody>
          <a:bodyPr/>
          <a:lstStyle/>
          <a:p>
            <a:r>
              <a:rPr lang="en-US" dirty="0"/>
              <a:t>MACAM-MACAM PERMASALAHAN PENELITIAN</a:t>
            </a:r>
            <a:endParaRPr lang="en-ID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5DA29BB-8BFB-47EC-AF00-665F045611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06375437"/>
              </p:ext>
            </p:extLst>
          </p:nvPr>
        </p:nvGraphicFramePr>
        <p:xfrm>
          <a:off x="1590674" y="1355487"/>
          <a:ext cx="5962651" cy="36002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932BCA4-2CDE-412D-85D2-858B2A76DC6C}"/>
              </a:ext>
            </a:extLst>
          </p:cNvPr>
          <p:cNvSpPr txBox="1"/>
          <p:nvPr/>
        </p:nvSpPr>
        <p:spPr>
          <a:xfrm>
            <a:off x="1638939" y="2339277"/>
            <a:ext cx="196519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b="1" u="sng" dirty="0" err="1">
                <a:solidFill>
                  <a:schemeClr val="bg2"/>
                </a:solidFill>
              </a:rPr>
              <a:t>Permasalahan</a:t>
            </a:r>
            <a:r>
              <a:rPr lang="en-US" sz="1400" b="1" u="sng" dirty="0">
                <a:solidFill>
                  <a:schemeClr val="bg2"/>
                </a:solidFill>
              </a:rPr>
              <a:t> yang </a:t>
            </a:r>
            <a:r>
              <a:rPr lang="en-US" sz="1400" b="1" u="sng" dirty="0" err="1">
                <a:solidFill>
                  <a:schemeClr val="bg2"/>
                </a:solidFill>
              </a:rPr>
              <a:t>Bersifat</a:t>
            </a:r>
            <a:r>
              <a:rPr lang="en-US" sz="1400" b="1" u="sng" dirty="0">
                <a:solidFill>
                  <a:schemeClr val="bg2"/>
                </a:solidFill>
              </a:rPr>
              <a:t> </a:t>
            </a:r>
            <a:r>
              <a:rPr lang="en-US" sz="1400" b="1" u="sng" dirty="0" err="1">
                <a:solidFill>
                  <a:schemeClr val="bg2"/>
                </a:solidFill>
              </a:rPr>
              <a:t>Deskriptif</a:t>
            </a:r>
            <a:endParaRPr lang="en-US" sz="1400" b="1" u="sng" dirty="0">
              <a:solidFill>
                <a:schemeClr val="bg2"/>
              </a:solidFill>
            </a:endParaRPr>
          </a:p>
          <a:p>
            <a:pPr algn="ctr"/>
            <a:endParaRPr lang="en-ID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FE28A0C-C1C7-4B68-A494-D092AF37C9AA}"/>
              </a:ext>
            </a:extLst>
          </p:cNvPr>
          <p:cNvSpPr txBox="1"/>
          <p:nvPr/>
        </p:nvSpPr>
        <p:spPr>
          <a:xfrm>
            <a:off x="3604132" y="2339277"/>
            <a:ext cx="1965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u="sng" dirty="0" err="1">
                <a:solidFill>
                  <a:schemeClr val="bg2"/>
                </a:solidFill>
              </a:rPr>
              <a:t>Permasalahan</a:t>
            </a:r>
            <a:r>
              <a:rPr lang="en-US" sz="1400" b="1" u="sng" dirty="0">
                <a:solidFill>
                  <a:schemeClr val="bg2"/>
                </a:solidFill>
              </a:rPr>
              <a:t> yang </a:t>
            </a:r>
            <a:r>
              <a:rPr lang="en-US" sz="1400" b="1" u="sng" dirty="0" err="1">
                <a:solidFill>
                  <a:schemeClr val="bg2"/>
                </a:solidFill>
              </a:rPr>
              <a:t>Bersifat</a:t>
            </a:r>
            <a:r>
              <a:rPr lang="en-US" sz="1400" b="1" u="sng" dirty="0">
                <a:solidFill>
                  <a:schemeClr val="bg2"/>
                </a:solidFill>
              </a:rPr>
              <a:t> </a:t>
            </a:r>
            <a:r>
              <a:rPr lang="en-US" sz="1400" b="1" u="sng" dirty="0" err="1">
                <a:solidFill>
                  <a:schemeClr val="bg2"/>
                </a:solidFill>
              </a:rPr>
              <a:t>Komparatif</a:t>
            </a:r>
            <a:endParaRPr lang="en-US" sz="1400" b="1" u="sng" dirty="0">
              <a:solidFill>
                <a:schemeClr val="bg2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6DC5D11-5EDE-46C2-BD58-807FB64AF9B1}"/>
              </a:ext>
            </a:extLst>
          </p:cNvPr>
          <p:cNvSpPr txBox="1"/>
          <p:nvPr/>
        </p:nvSpPr>
        <p:spPr>
          <a:xfrm>
            <a:off x="5578228" y="2339277"/>
            <a:ext cx="196519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en-US" sz="1400" b="1" u="sng" dirty="0" err="1">
                <a:solidFill>
                  <a:schemeClr val="bg2"/>
                </a:solidFill>
              </a:rPr>
              <a:t>Permasalahan</a:t>
            </a:r>
            <a:r>
              <a:rPr lang="en-US" sz="1400" b="1" u="sng" dirty="0">
                <a:solidFill>
                  <a:schemeClr val="bg2"/>
                </a:solidFill>
              </a:rPr>
              <a:t> yang </a:t>
            </a:r>
            <a:r>
              <a:rPr lang="en-US" sz="1400" b="1" u="sng" dirty="0" err="1">
                <a:solidFill>
                  <a:schemeClr val="bg2"/>
                </a:solidFill>
              </a:rPr>
              <a:t>Bersifat</a:t>
            </a:r>
            <a:r>
              <a:rPr lang="en-US" sz="1400" b="1" u="sng" dirty="0">
                <a:solidFill>
                  <a:schemeClr val="bg2"/>
                </a:solidFill>
              </a:rPr>
              <a:t> </a:t>
            </a:r>
            <a:r>
              <a:rPr lang="en-US" sz="1400" b="1" u="sng" dirty="0" err="1">
                <a:solidFill>
                  <a:schemeClr val="bg2"/>
                </a:solidFill>
              </a:rPr>
              <a:t>Asosiatif</a:t>
            </a:r>
            <a:endParaRPr lang="en-US" sz="1400" b="1" u="sng" dirty="0">
              <a:solidFill>
                <a:schemeClr val="bg2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DFE2EE2-2FCA-4647-BF99-5E97E266DC1B}"/>
              </a:ext>
            </a:extLst>
          </p:cNvPr>
          <p:cNvSpPr txBox="1"/>
          <p:nvPr/>
        </p:nvSpPr>
        <p:spPr>
          <a:xfrm>
            <a:off x="1625336" y="2930311"/>
            <a:ext cx="1978796" cy="18035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bg2"/>
                </a:solidFill>
              </a:rPr>
              <a:t>Hanya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melibatkan</a:t>
            </a:r>
            <a:r>
              <a:rPr lang="en-US" sz="1200" b="0" dirty="0">
                <a:solidFill>
                  <a:schemeClr val="bg2"/>
                </a:solidFill>
              </a:rPr>
              <a:t> 1 </a:t>
            </a:r>
            <a:r>
              <a:rPr lang="en-US" sz="1200" b="0" dirty="0" err="1">
                <a:solidFill>
                  <a:schemeClr val="bg2"/>
                </a:solidFill>
              </a:rPr>
              <a:t>variabel</a:t>
            </a:r>
            <a:r>
              <a:rPr lang="en-US" sz="1200" b="0" dirty="0">
                <a:solidFill>
                  <a:schemeClr val="bg2"/>
                </a:solidFill>
              </a:rPr>
              <a:t>.</a:t>
            </a:r>
          </a:p>
          <a:p>
            <a:pPr marL="285750" lvl="0" indent="-285750" algn="l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en-US" sz="1200" b="0" dirty="0" err="1">
                <a:solidFill>
                  <a:schemeClr val="bg2"/>
                </a:solidFill>
              </a:rPr>
              <a:t>Permasalahan</a:t>
            </a:r>
            <a:r>
              <a:rPr lang="en-US" sz="1200" b="0" dirty="0">
                <a:solidFill>
                  <a:schemeClr val="bg2"/>
                </a:solidFill>
              </a:rPr>
              <a:t> yang </a:t>
            </a:r>
            <a:r>
              <a:rPr lang="en-US" sz="1200" b="0" dirty="0" err="1">
                <a:solidFill>
                  <a:schemeClr val="bg2"/>
                </a:solidFill>
              </a:rPr>
              <a:t>hanya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menggambarkan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sebuah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variabel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saja</a:t>
            </a:r>
            <a:r>
              <a:rPr lang="en-US" sz="1200" b="0" dirty="0">
                <a:solidFill>
                  <a:schemeClr val="bg2"/>
                </a:solidFill>
              </a:rPr>
              <a:t>, </a:t>
            </a:r>
            <a:r>
              <a:rPr lang="en-US" sz="1200" b="0" dirty="0" err="1">
                <a:solidFill>
                  <a:schemeClr val="bg2"/>
                </a:solidFill>
              </a:rPr>
              <a:t>tidak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membandingkan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atau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menghubungkan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dengan</a:t>
            </a:r>
            <a:r>
              <a:rPr lang="en-US" sz="1200" b="0" dirty="0">
                <a:solidFill>
                  <a:schemeClr val="bg2"/>
                </a:solidFill>
              </a:rPr>
              <a:t> </a:t>
            </a:r>
            <a:r>
              <a:rPr lang="en-US" sz="1200" b="0" dirty="0" err="1">
                <a:solidFill>
                  <a:schemeClr val="bg2"/>
                </a:solidFill>
              </a:rPr>
              <a:t>variabel</a:t>
            </a:r>
            <a:r>
              <a:rPr lang="en-US" sz="1200" b="0" dirty="0">
                <a:solidFill>
                  <a:schemeClr val="bg2"/>
                </a:solidFill>
              </a:rPr>
              <a:t> lain.</a:t>
            </a:r>
          </a:p>
          <a:p>
            <a:pPr algn="ctr"/>
            <a:endParaRPr lang="en-ID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A22EB47-28E3-40A3-B03B-0693F4729D3C}"/>
              </a:ext>
            </a:extLst>
          </p:cNvPr>
          <p:cNvSpPr txBox="1"/>
          <p:nvPr/>
        </p:nvSpPr>
        <p:spPr>
          <a:xfrm>
            <a:off x="3617735" y="2913315"/>
            <a:ext cx="18126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b="0" u="none" dirty="0" err="1">
                <a:solidFill>
                  <a:schemeClr val="bg2"/>
                </a:solidFill>
              </a:rPr>
              <a:t>Permasalahan</a:t>
            </a:r>
            <a:r>
              <a:rPr lang="en-US" sz="1200" b="0" u="none" dirty="0">
                <a:solidFill>
                  <a:schemeClr val="bg2"/>
                </a:solidFill>
              </a:rPr>
              <a:t> yang </a:t>
            </a:r>
            <a:r>
              <a:rPr lang="en-US" sz="1200" b="0" u="none" dirty="0" err="1">
                <a:solidFill>
                  <a:schemeClr val="bg2"/>
                </a:solidFill>
              </a:rPr>
              <a:t>menggambarkan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perbedaan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dua</a:t>
            </a:r>
            <a:r>
              <a:rPr lang="en-US" sz="1200" b="0" u="none" dirty="0">
                <a:solidFill>
                  <a:schemeClr val="bg2"/>
                </a:solidFill>
              </a:rPr>
              <a:t> variable </a:t>
            </a:r>
            <a:r>
              <a:rPr lang="en-US" sz="1200" b="0" u="none" dirty="0" err="1">
                <a:solidFill>
                  <a:schemeClr val="bg2"/>
                </a:solidFill>
              </a:rPr>
              <a:t>atau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lebih</a:t>
            </a:r>
            <a:r>
              <a:rPr lang="en-US" sz="1200" b="0" u="none" dirty="0">
                <a:solidFill>
                  <a:schemeClr val="bg2"/>
                </a:solidFill>
              </a:rPr>
              <a:t>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153CF73-4F85-402F-8A5F-AF80B4191E69}"/>
              </a:ext>
            </a:extLst>
          </p:cNvPr>
          <p:cNvSpPr txBox="1"/>
          <p:nvPr/>
        </p:nvSpPr>
        <p:spPr>
          <a:xfrm>
            <a:off x="5585530" y="2905819"/>
            <a:ext cx="181266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lvl="0" indent="-171450" algn="l">
              <a:buFont typeface="Arial" panose="020B0604020202020204" pitchFamily="34" charset="0"/>
              <a:buChar char="•"/>
            </a:pPr>
            <a:r>
              <a:rPr lang="en-US" sz="1200" b="0" u="none" dirty="0" err="1">
                <a:solidFill>
                  <a:schemeClr val="bg2"/>
                </a:solidFill>
              </a:rPr>
              <a:t>Permasalahan</a:t>
            </a:r>
            <a:r>
              <a:rPr lang="en-US" sz="1200" b="0" u="none" dirty="0">
                <a:solidFill>
                  <a:schemeClr val="bg2"/>
                </a:solidFill>
              </a:rPr>
              <a:t> yang </a:t>
            </a:r>
            <a:r>
              <a:rPr lang="en-US" sz="1200" b="0" u="none" dirty="0" err="1">
                <a:solidFill>
                  <a:schemeClr val="bg2"/>
                </a:solidFill>
              </a:rPr>
              <a:t>menghubungkan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atau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menunjukkan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pengaruh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antara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dua</a:t>
            </a:r>
            <a:r>
              <a:rPr lang="en-US" sz="1200" b="0" u="none" dirty="0">
                <a:solidFill>
                  <a:schemeClr val="bg2"/>
                </a:solidFill>
              </a:rPr>
              <a:t> variable </a:t>
            </a:r>
            <a:r>
              <a:rPr lang="en-US" sz="1200" b="0" u="none" dirty="0" err="1">
                <a:solidFill>
                  <a:schemeClr val="bg2"/>
                </a:solidFill>
              </a:rPr>
              <a:t>atau</a:t>
            </a:r>
            <a:r>
              <a:rPr lang="en-US" sz="1200" b="0" u="none" dirty="0">
                <a:solidFill>
                  <a:schemeClr val="bg2"/>
                </a:solidFill>
              </a:rPr>
              <a:t> </a:t>
            </a:r>
            <a:r>
              <a:rPr lang="en-US" sz="1200" b="0" u="none" dirty="0" err="1">
                <a:solidFill>
                  <a:schemeClr val="bg2"/>
                </a:solidFill>
              </a:rPr>
              <a:t>lebih</a:t>
            </a:r>
            <a:r>
              <a:rPr lang="en-US" sz="1200" b="0" u="none" dirty="0">
                <a:solidFill>
                  <a:schemeClr val="bg2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11357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43"/>
          <p:cNvSpPr txBox="1">
            <a:spLocks noGrp="1"/>
          </p:cNvSpPr>
          <p:nvPr>
            <p:ph type="ctrTitle" idx="6"/>
          </p:nvPr>
        </p:nvSpPr>
        <p:spPr>
          <a:xfrm>
            <a:off x="1964851" y="498018"/>
            <a:ext cx="5214300" cy="85817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PERMASALAHAN YANG BERSIFAT ASOSIATIF</a:t>
            </a:r>
            <a:endParaRPr dirty="0"/>
          </a:p>
        </p:txBody>
      </p:sp>
      <p:sp>
        <p:nvSpPr>
          <p:cNvPr id="298" name="Google Shape;298;p43"/>
          <p:cNvSpPr txBox="1">
            <a:spLocks noGrp="1"/>
          </p:cNvSpPr>
          <p:nvPr>
            <p:ph type="ctrTitle" idx="4"/>
          </p:nvPr>
        </p:nvSpPr>
        <p:spPr>
          <a:xfrm>
            <a:off x="5908800" y="1743364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Hubungan Interaktif</a:t>
            </a:r>
            <a:endParaRPr dirty="0"/>
          </a:p>
        </p:txBody>
      </p:sp>
      <p:sp>
        <p:nvSpPr>
          <p:cNvPr id="299" name="Google Shape;299;p43"/>
          <p:cNvSpPr txBox="1">
            <a:spLocks noGrp="1"/>
          </p:cNvSpPr>
          <p:nvPr>
            <p:ph type="subTitle" idx="1"/>
          </p:nvPr>
        </p:nvSpPr>
        <p:spPr>
          <a:xfrm>
            <a:off x="872401" y="2223207"/>
            <a:ext cx="20520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Hubungan yang bersifat kebersamaan antara dua variabel atau lebih.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Contoh: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Adakah hubungan antara postur tubuh dengan gaya kepemimpinan?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Adakah hubungan antara jenis kucing dengan panjang usianya? </a:t>
            </a:r>
            <a:endParaRPr sz="1200" dirty="0"/>
          </a:p>
        </p:txBody>
      </p:sp>
      <p:sp>
        <p:nvSpPr>
          <p:cNvPr id="300" name="Google Shape;300;p43"/>
          <p:cNvSpPr txBox="1">
            <a:spLocks noGrp="1"/>
          </p:cNvSpPr>
          <p:nvPr>
            <p:ph type="ctrTitle"/>
          </p:nvPr>
        </p:nvSpPr>
        <p:spPr>
          <a:xfrm>
            <a:off x="561600" y="1751524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Hubungan Simentris</a:t>
            </a:r>
            <a:endParaRPr dirty="0"/>
          </a:p>
        </p:txBody>
      </p:sp>
      <p:sp>
        <p:nvSpPr>
          <p:cNvPr id="301" name="Google Shape;301;p43"/>
          <p:cNvSpPr txBox="1">
            <a:spLocks noGrp="1"/>
          </p:cNvSpPr>
          <p:nvPr>
            <p:ph type="subTitle" idx="5"/>
          </p:nvPr>
        </p:nvSpPr>
        <p:spPr>
          <a:xfrm>
            <a:off x="6136500" y="2223207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Hubungan antara dua variabel atau lebih yang bersifat saling mempengaruhi.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</a:rPr>
              <a:t>Contoh: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Adakah hubungan antara penilaian sikap selama perkuliahan dengan prestasi belajar mahasiswa?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Font typeface="+mj-lt"/>
              <a:buAutoNum type="arabicPeriod"/>
            </a:pPr>
            <a:r>
              <a:rPr lang="en" sz="1200" dirty="0">
                <a:solidFill>
                  <a:schemeClr val="dk1"/>
                </a:solidFill>
              </a:rPr>
              <a:t>Adakah hubungan antara penghasilan dengan tingkat kebahagiaan seseorang?</a:t>
            </a:r>
            <a:endParaRPr sz="1200" dirty="0"/>
          </a:p>
        </p:txBody>
      </p:sp>
      <p:sp>
        <p:nvSpPr>
          <p:cNvPr id="302" name="Google Shape;302;p43"/>
          <p:cNvSpPr txBox="1">
            <a:spLocks noGrp="1"/>
          </p:cNvSpPr>
          <p:nvPr>
            <p:ph type="ctrTitle" idx="2"/>
          </p:nvPr>
        </p:nvSpPr>
        <p:spPr>
          <a:xfrm>
            <a:off x="3235200" y="1743364"/>
            <a:ext cx="2673600" cy="4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Hubungan Kausal</a:t>
            </a:r>
            <a:endParaRPr dirty="0"/>
          </a:p>
        </p:txBody>
      </p:sp>
      <p:sp>
        <p:nvSpPr>
          <p:cNvPr id="303" name="Google Shape;303;p43"/>
          <p:cNvSpPr txBox="1">
            <a:spLocks noGrp="1"/>
          </p:cNvSpPr>
          <p:nvPr>
            <p:ph type="subTitle" idx="3"/>
          </p:nvPr>
        </p:nvSpPr>
        <p:spPr>
          <a:xfrm>
            <a:off x="3462901" y="2223207"/>
            <a:ext cx="2218200" cy="100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</a:rPr>
              <a:t>Hubungan</a:t>
            </a:r>
            <a:r>
              <a:rPr lang="en-US" sz="1200" dirty="0">
                <a:solidFill>
                  <a:schemeClr val="dk1"/>
                </a:solidFill>
              </a:rPr>
              <a:t> yang </a:t>
            </a:r>
            <a:r>
              <a:rPr lang="en-US" sz="1200" dirty="0" err="1">
                <a:solidFill>
                  <a:schemeClr val="dk1"/>
                </a:solidFill>
              </a:rPr>
              <a:t>bersifat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mempengaruhi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antara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dua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variabel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atau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lebih</a:t>
            </a:r>
            <a:r>
              <a:rPr lang="en-US" sz="1200" dirty="0">
                <a:solidFill>
                  <a:schemeClr val="dk1"/>
                </a:solidFill>
              </a:rPr>
              <a:t>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 err="1">
                <a:solidFill>
                  <a:schemeClr val="dk1"/>
                </a:solidFill>
              </a:rPr>
              <a:t>Contoh</a:t>
            </a:r>
            <a:r>
              <a:rPr lang="en-US" sz="1200" dirty="0">
                <a:solidFill>
                  <a:schemeClr val="dk1"/>
                </a:solidFill>
              </a:rPr>
              <a:t>: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</a:rPr>
              <a:t>Seberapa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besar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pengaruh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kenaikan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gaji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pegawai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terhadap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disiplin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kerja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pegawai</a:t>
            </a:r>
            <a:r>
              <a:rPr lang="en-US" sz="1200" dirty="0">
                <a:solidFill>
                  <a:schemeClr val="dk1"/>
                </a:solidFill>
              </a:rPr>
              <a:t>?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+mj-lt"/>
              <a:buAutoNum type="arabicPeriod"/>
            </a:pPr>
            <a:r>
              <a:rPr lang="en-US" sz="1200" dirty="0" err="1">
                <a:solidFill>
                  <a:schemeClr val="dk1"/>
                </a:solidFill>
              </a:rPr>
              <a:t>Seberapa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besar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pengaruh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pupuk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terhadap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hasil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panen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buah</a:t>
            </a:r>
            <a:r>
              <a:rPr lang="en-US" sz="1200" dirty="0">
                <a:solidFill>
                  <a:schemeClr val="dk1"/>
                </a:solidFill>
              </a:rPr>
              <a:t> </a:t>
            </a:r>
            <a:r>
              <a:rPr lang="en-US" sz="1200" dirty="0" err="1">
                <a:solidFill>
                  <a:schemeClr val="dk1"/>
                </a:solidFill>
              </a:rPr>
              <a:t>apel</a:t>
            </a:r>
            <a:r>
              <a:rPr lang="en-US" sz="1200" dirty="0">
                <a:solidFill>
                  <a:schemeClr val="dk1"/>
                </a:solidFill>
              </a:rPr>
              <a:t>?</a:t>
            </a:r>
            <a:endParaRPr sz="12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cxnSp>
        <p:nvCxnSpPr>
          <p:cNvPr id="304" name="Google Shape;304;p43"/>
          <p:cNvCxnSpPr/>
          <p:nvPr/>
        </p:nvCxnSpPr>
        <p:spPr>
          <a:xfrm>
            <a:off x="32352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5" name="Google Shape;305;p43"/>
          <p:cNvCxnSpPr/>
          <p:nvPr/>
        </p:nvCxnSpPr>
        <p:spPr>
          <a:xfrm>
            <a:off x="5908800" y="2186175"/>
            <a:ext cx="0" cy="1647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012916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A4C5D1-E10B-4654-99AD-5FE6599609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95000" y="436106"/>
            <a:ext cx="5214300" cy="946200"/>
          </a:xfrm>
        </p:spPr>
        <p:txBody>
          <a:bodyPr/>
          <a:lstStyle/>
          <a:p>
            <a:r>
              <a:rPr lang="en-US" dirty="0"/>
              <a:t>JENIS-JENIS HIPOTESIS PENELITIAN</a:t>
            </a:r>
            <a:endParaRPr lang="en-ID"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DE8BBD30-49ED-4056-A350-487EE925BC5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64128023"/>
              </p:ext>
            </p:extLst>
          </p:nvPr>
        </p:nvGraphicFramePr>
        <p:xfrm>
          <a:off x="1606443" y="1529692"/>
          <a:ext cx="5742557" cy="3319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A6D863-EEF1-460B-BF24-41F2F005E857}"/>
              </a:ext>
            </a:extLst>
          </p:cNvPr>
          <p:cNvSpPr txBox="1"/>
          <p:nvPr/>
        </p:nvSpPr>
        <p:spPr>
          <a:xfrm>
            <a:off x="1729688" y="2416627"/>
            <a:ext cx="166665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err="1"/>
              <a:t>Hipotesis</a:t>
            </a:r>
            <a:r>
              <a:rPr lang="en-US" sz="1200" b="1" u="sng" dirty="0"/>
              <a:t> </a:t>
            </a:r>
            <a:r>
              <a:rPr lang="en-US" sz="1200" b="1" u="sng" dirty="0" err="1"/>
              <a:t>Deskriptif</a:t>
            </a:r>
            <a:endParaRPr lang="en-ID" sz="1200" b="1" u="sng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86AF86E-6895-48FA-B33F-85D040F3D952}"/>
              </a:ext>
            </a:extLst>
          </p:cNvPr>
          <p:cNvSpPr txBox="1"/>
          <p:nvPr/>
        </p:nvSpPr>
        <p:spPr>
          <a:xfrm>
            <a:off x="3567793" y="2416627"/>
            <a:ext cx="1830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err="1"/>
              <a:t>Hipotesis</a:t>
            </a:r>
            <a:r>
              <a:rPr lang="en-US" sz="1200" b="1" u="sng" dirty="0"/>
              <a:t> </a:t>
            </a:r>
            <a:r>
              <a:rPr lang="en-US" sz="1200" b="1" u="sng" dirty="0" err="1"/>
              <a:t>Komparatif</a:t>
            </a:r>
            <a:endParaRPr lang="en-ID" sz="1200" b="1" u="sn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BE0E88-B710-4A8B-9A93-CE6EB12AA5EB}"/>
              </a:ext>
            </a:extLst>
          </p:cNvPr>
          <p:cNvSpPr txBox="1"/>
          <p:nvPr/>
        </p:nvSpPr>
        <p:spPr>
          <a:xfrm>
            <a:off x="5504101" y="2424791"/>
            <a:ext cx="177844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u="sng" dirty="0" err="1"/>
              <a:t>Hipotesis</a:t>
            </a:r>
            <a:r>
              <a:rPr lang="en-US" sz="1200" b="1" u="sng" dirty="0"/>
              <a:t> </a:t>
            </a:r>
            <a:r>
              <a:rPr lang="en-US" sz="1200" b="1" u="sng" dirty="0" err="1"/>
              <a:t>Asosiatif</a:t>
            </a:r>
            <a:endParaRPr lang="en-ID" sz="1200" b="1" u="sng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BEFBEA2-F222-438E-AD63-D9963F0FB2D2}"/>
              </a:ext>
            </a:extLst>
          </p:cNvPr>
          <p:cNvSpPr txBox="1"/>
          <p:nvPr/>
        </p:nvSpPr>
        <p:spPr>
          <a:xfrm flipH="1">
            <a:off x="1665513" y="2863269"/>
            <a:ext cx="17961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Hipotesis</a:t>
            </a:r>
            <a:r>
              <a:rPr lang="en-US" sz="1000" dirty="0"/>
              <a:t> yang </a:t>
            </a:r>
            <a:r>
              <a:rPr lang="en-US" sz="1000" dirty="0" err="1"/>
              <a:t>dirumuskan</a:t>
            </a:r>
            <a:r>
              <a:rPr lang="en-US" sz="1000" dirty="0"/>
              <a:t>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menjawab</a:t>
            </a:r>
            <a:r>
              <a:rPr lang="en-US" sz="1000" dirty="0"/>
              <a:t> </a:t>
            </a:r>
            <a:r>
              <a:rPr lang="en-US" sz="1000" dirty="0" err="1"/>
              <a:t>permasalahan</a:t>
            </a:r>
            <a:r>
              <a:rPr lang="en-US" sz="1000" dirty="0"/>
              <a:t> </a:t>
            </a:r>
            <a:r>
              <a:rPr lang="en-US" sz="1000" dirty="0" err="1"/>
              <a:t>taksiran</a:t>
            </a:r>
            <a:r>
              <a:rPr lang="en-US" sz="1000" dirty="0"/>
              <a:t>.</a:t>
            </a:r>
          </a:p>
          <a:p>
            <a:endParaRPr lang="en-US" sz="1000" dirty="0"/>
          </a:p>
          <a:p>
            <a:endParaRPr lang="en-US" sz="1000" dirty="0"/>
          </a:p>
          <a:p>
            <a:r>
              <a:rPr lang="en-US" sz="1000" dirty="0" err="1"/>
              <a:t>Contoh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Durasi</a:t>
            </a:r>
            <a:r>
              <a:rPr lang="en-US" sz="1000" dirty="0"/>
              <a:t> </a:t>
            </a:r>
            <a:r>
              <a:rPr lang="en-US" sz="1000" dirty="0" err="1"/>
              <a:t>waktu</a:t>
            </a:r>
            <a:r>
              <a:rPr lang="en-US" sz="1000" dirty="0"/>
              <a:t> </a:t>
            </a:r>
            <a:r>
              <a:rPr lang="en-US" sz="1000" dirty="0" err="1"/>
              <a:t>khasiat</a:t>
            </a:r>
            <a:r>
              <a:rPr lang="en-US" sz="1000" dirty="0"/>
              <a:t> </a:t>
            </a:r>
            <a:r>
              <a:rPr lang="en-US" sz="1000" dirty="0" err="1"/>
              <a:t>vaksin</a:t>
            </a:r>
            <a:r>
              <a:rPr lang="en-US" sz="1000" dirty="0"/>
              <a:t> Covid-19 </a:t>
            </a:r>
            <a:r>
              <a:rPr lang="en-US" sz="1000" dirty="0" err="1"/>
              <a:t>dosis</a:t>
            </a:r>
            <a:r>
              <a:rPr lang="en-US" sz="1000" dirty="0"/>
              <a:t> ke-3 </a:t>
            </a:r>
            <a:r>
              <a:rPr lang="en-US" sz="1000" dirty="0" err="1"/>
              <a:t>adalah</a:t>
            </a:r>
            <a:r>
              <a:rPr lang="en-US" sz="1000" dirty="0"/>
              <a:t> 5 </a:t>
            </a:r>
            <a:r>
              <a:rPr lang="en-US" sz="1000" dirty="0" err="1"/>
              <a:t>tahun</a:t>
            </a:r>
            <a:r>
              <a:rPr lang="en-US" sz="1000" dirty="0"/>
              <a:t>.</a:t>
            </a:r>
            <a:endParaRPr lang="en-ID" sz="1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06A77B2-8944-41AD-9449-0311D118278B}"/>
              </a:ext>
            </a:extLst>
          </p:cNvPr>
          <p:cNvSpPr txBox="1"/>
          <p:nvPr/>
        </p:nvSpPr>
        <p:spPr>
          <a:xfrm flipH="1">
            <a:off x="3567793" y="2863269"/>
            <a:ext cx="17961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Hipotesis</a:t>
            </a:r>
            <a:r>
              <a:rPr lang="en-US" sz="1000" dirty="0"/>
              <a:t> yang </a:t>
            </a:r>
            <a:r>
              <a:rPr lang="en-US" sz="1000" dirty="0" err="1"/>
              <a:t>dirumuskan</a:t>
            </a:r>
            <a:r>
              <a:rPr lang="en-US" sz="1000" dirty="0"/>
              <a:t>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menjawab</a:t>
            </a:r>
            <a:r>
              <a:rPr lang="en-US" sz="1000" dirty="0"/>
              <a:t> </a:t>
            </a:r>
            <a:r>
              <a:rPr lang="en-US" sz="1000" dirty="0" err="1"/>
              <a:t>permasalahan</a:t>
            </a:r>
            <a:r>
              <a:rPr lang="en-US" sz="1000" dirty="0"/>
              <a:t> yang </a:t>
            </a:r>
            <a:r>
              <a:rPr lang="en-US" sz="1000" dirty="0" err="1"/>
              <a:t>bersifat</a:t>
            </a:r>
            <a:r>
              <a:rPr lang="en-US" sz="1000" dirty="0"/>
              <a:t> </a:t>
            </a:r>
            <a:r>
              <a:rPr lang="en-US" sz="1000" dirty="0" err="1"/>
              <a:t>membedakan</a:t>
            </a:r>
            <a:r>
              <a:rPr lang="en-US" sz="1000" dirty="0"/>
              <a:t>.</a:t>
            </a:r>
          </a:p>
          <a:p>
            <a:endParaRPr lang="en-US" sz="1000" dirty="0"/>
          </a:p>
          <a:p>
            <a:r>
              <a:rPr lang="en-US" sz="1000" dirty="0" err="1"/>
              <a:t>Contoh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Metode</a:t>
            </a:r>
            <a:r>
              <a:rPr lang="en-US" sz="1000" dirty="0"/>
              <a:t> CNN </a:t>
            </a:r>
            <a:r>
              <a:rPr lang="en-US" sz="1000" dirty="0" err="1"/>
              <a:t>lebih</a:t>
            </a:r>
            <a:r>
              <a:rPr lang="en-US" sz="1000" dirty="0"/>
              <a:t> </a:t>
            </a:r>
            <a:r>
              <a:rPr lang="en-US" sz="1000" dirty="0" err="1"/>
              <a:t>baik</a:t>
            </a:r>
            <a:r>
              <a:rPr lang="en-US" sz="1000" dirty="0"/>
              <a:t> </a:t>
            </a:r>
            <a:r>
              <a:rPr lang="en-US" sz="1000" dirty="0" err="1"/>
              <a:t>daripada</a:t>
            </a:r>
            <a:r>
              <a:rPr lang="en-US" sz="1000" dirty="0"/>
              <a:t> Backpropagation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kasus</a:t>
            </a:r>
            <a:r>
              <a:rPr lang="en-US" sz="1000" dirty="0"/>
              <a:t> </a:t>
            </a:r>
            <a:r>
              <a:rPr lang="en-US" sz="1000" dirty="0" err="1"/>
              <a:t>pengenalan</a:t>
            </a:r>
            <a:r>
              <a:rPr lang="en-US" sz="1000" dirty="0"/>
              <a:t> </a:t>
            </a:r>
            <a:r>
              <a:rPr lang="en-US" sz="1000" dirty="0" err="1"/>
              <a:t>pola</a:t>
            </a:r>
            <a:r>
              <a:rPr lang="en-US" sz="1000" dirty="0"/>
              <a:t>.</a:t>
            </a:r>
            <a:endParaRPr lang="en-ID" sz="1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3EDAB08-6CCC-4D48-A4F3-816F3179E2D5}"/>
              </a:ext>
            </a:extLst>
          </p:cNvPr>
          <p:cNvSpPr txBox="1"/>
          <p:nvPr/>
        </p:nvSpPr>
        <p:spPr>
          <a:xfrm flipH="1">
            <a:off x="5495708" y="2863269"/>
            <a:ext cx="179614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err="1"/>
              <a:t>Hipotesis</a:t>
            </a:r>
            <a:r>
              <a:rPr lang="en-US" sz="1000" dirty="0"/>
              <a:t> yang </a:t>
            </a:r>
            <a:r>
              <a:rPr lang="en-US" sz="1000" dirty="0" err="1"/>
              <a:t>dirumuskan</a:t>
            </a:r>
            <a:r>
              <a:rPr lang="en-US" sz="1000" dirty="0"/>
              <a:t> </a:t>
            </a:r>
            <a:r>
              <a:rPr lang="en-US" sz="1000" dirty="0" err="1"/>
              <a:t>untuk</a:t>
            </a:r>
            <a:r>
              <a:rPr lang="en-US" sz="1000" dirty="0"/>
              <a:t> </a:t>
            </a:r>
            <a:r>
              <a:rPr lang="en-US" sz="1000" dirty="0" err="1"/>
              <a:t>menjawab</a:t>
            </a:r>
            <a:r>
              <a:rPr lang="en-US" sz="1000" dirty="0"/>
              <a:t> </a:t>
            </a:r>
            <a:r>
              <a:rPr lang="en-US" sz="1000" dirty="0" err="1"/>
              <a:t>permasalahan</a:t>
            </a:r>
            <a:r>
              <a:rPr lang="en-US" sz="1000" dirty="0"/>
              <a:t> yang </a:t>
            </a:r>
            <a:r>
              <a:rPr lang="en-US" sz="1000" dirty="0" err="1"/>
              <a:t>bersifat</a:t>
            </a:r>
            <a:r>
              <a:rPr lang="en-US" sz="1000" dirty="0"/>
              <a:t> </a:t>
            </a:r>
            <a:r>
              <a:rPr lang="en-US" sz="1000" dirty="0" err="1"/>
              <a:t>hubungan</a:t>
            </a:r>
            <a:r>
              <a:rPr lang="en-US" sz="1000" dirty="0"/>
              <a:t>.</a:t>
            </a:r>
          </a:p>
          <a:p>
            <a:endParaRPr lang="en-US" sz="1000" dirty="0"/>
          </a:p>
          <a:p>
            <a:r>
              <a:rPr lang="en-US" sz="1000" dirty="0" err="1"/>
              <a:t>Contoh</a:t>
            </a:r>
            <a:r>
              <a:rPr lang="en-US" sz="1000" dirty="0"/>
              <a:t>:</a:t>
            </a:r>
          </a:p>
          <a:p>
            <a:r>
              <a:rPr lang="en-US" sz="1000" dirty="0" err="1"/>
              <a:t>Peningkatan</a:t>
            </a:r>
            <a:r>
              <a:rPr lang="en-US" sz="1000" dirty="0"/>
              <a:t> </a:t>
            </a:r>
            <a:r>
              <a:rPr lang="en-US" sz="1000" dirty="0" err="1"/>
              <a:t>angka</a:t>
            </a:r>
            <a:r>
              <a:rPr lang="en-US" sz="1000" dirty="0"/>
              <a:t> </a:t>
            </a:r>
            <a:r>
              <a:rPr lang="en-US" sz="1000" dirty="0" err="1"/>
              <a:t>kebakaran</a:t>
            </a:r>
            <a:r>
              <a:rPr lang="en-US" sz="1000" dirty="0"/>
              <a:t> </a:t>
            </a:r>
            <a:r>
              <a:rPr lang="en-US" sz="1000" dirty="0" err="1"/>
              <a:t>hutan</a:t>
            </a:r>
            <a:r>
              <a:rPr lang="en-US" sz="1000" dirty="0"/>
              <a:t> di </a:t>
            </a:r>
            <a:r>
              <a:rPr lang="en-US" sz="1000" dirty="0" err="1"/>
              <a:t>daerah</a:t>
            </a:r>
            <a:r>
              <a:rPr lang="en-US" sz="1000" dirty="0"/>
              <a:t> </a:t>
            </a:r>
            <a:r>
              <a:rPr lang="en-US" sz="1000" dirty="0" err="1"/>
              <a:t>tropis</a:t>
            </a:r>
            <a:r>
              <a:rPr lang="en-US" sz="1000" dirty="0"/>
              <a:t> </a:t>
            </a:r>
            <a:r>
              <a:rPr lang="en-US" sz="1000" dirty="0" err="1"/>
              <a:t>berpengaruh</a:t>
            </a:r>
            <a:r>
              <a:rPr lang="en-US" sz="1000" dirty="0"/>
              <a:t> </a:t>
            </a:r>
            <a:r>
              <a:rPr lang="en-US" sz="1000" dirty="0" err="1"/>
              <a:t>terhadap</a:t>
            </a:r>
            <a:r>
              <a:rPr lang="en-US" sz="1000" dirty="0"/>
              <a:t> </a:t>
            </a:r>
            <a:r>
              <a:rPr lang="en-US" sz="1000" dirty="0" err="1"/>
              <a:t>penipisan</a:t>
            </a:r>
            <a:r>
              <a:rPr lang="en-US" sz="1000" dirty="0"/>
              <a:t> </a:t>
            </a:r>
            <a:r>
              <a:rPr lang="en-US" sz="1000" dirty="0" err="1"/>
              <a:t>lapisan</a:t>
            </a:r>
            <a:r>
              <a:rPr lang="en-US" sz="1000" dirty="0"/>
              <a:t> </a:t>
            </a:r>
            <a:r>
              <a:rPr lang="en-US" sz="1000" dirty="0" err="1"/>
              <a:t>ozon</a:t>
            </a:r>
            <a:r>
              <a:rPr lang="en-US" sz="1000" dirty="0"/>
              <a:t>.</a:t>
            </a:r>
            <a:endParaRPr lang="en-ID" sz="1000" dirty="0"/>
          </a:p>
        </p:txBody>
      </p:sp>
    </p:spTree>
    <p:extLst>
      <p:ext uri="{BB962C8B-B14F-4D97-AF65-F5344CB8AC3E}">
        <p14:creationId xmlns:p14="http://schemas.microsoft.com/office/powerpoint/2010/main" val="8338698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"/>
          <p:cNvSpPr txBox="1">
            <a:spLocks noGrp="1"/>
          </p:cNvSpPr>
          <p:nvPr>
            <p:ph type="ctrTitle"/>
          </p:nvPr>
        </p:nvSpPr>
        <p:spPr>
          <a:xfrm>
            <a:off x="1964851" y="352850"/>
            <a:ext cx="5214300" cy="946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JENIS PENGUJIAN HIPOTESIS</a:t>
            </a:r>
            <a:endParaRPr dirty="0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8C4A7573-C5A9-4234-8026-E1C76F0FFFF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8086465"/>
              </p:ext>
            </p:extLst>
          </p:nvPr>
        </p:nvGraphicFramePr>
        <p:xfrm>
          <a:off x="1409700" y="82595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94BF33-A5B3-43FB-99FE-5EA3591F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/>
              <a:t>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digolongkan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direksional</a:t>
            </a:r>
            <a:r>
              <a:rPr lang="en-US" dirty="0"/>
              <a:t>.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Direksional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arahnya</a:t>
            </a:r>
            <a:r>
              <a:rPr lang="en-US" dirty="0"/>
              <a:t>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jelas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disebut</a:t>
            </a:r>
            <a:r>
              <a:rPr lang="en-US" dirty="0"/>
              <a:t> juga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.</a:t>
            </a:r>
          </a:p>
          <a:p>
            <a:pPr marL="177800" indent="0">
              <a:buNone/>
            </a:pPr>
            <a:endParaRPr lang="en-US" dirty="0"/>
          </a:p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 err="1"/>
              <a:t>Apabila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Ha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paling </a:t>
            </a:r>
            <a:r>
              <a:rPr lang="en-US" dirty="0" err="1"/>
              <a:t>tinggi</a:t>
            </a:r>
            <a:r>
              <a:rPr lang="en-US" dirty="0"/>
              <a:t>, paling </a:t>
            </a:r>
            <a:r>
              <a:rPr lang="en-US" dirty="0" err="1"/>
              <a:t>banyak</a:t>
            </a:r>
            <a:r>
              <a:rPr lang="en-US" dirty="0"/>
              <a:t>, paling </a:t>
            </a:r>
            <a:r>
              <a:rPr lang="en-US" dirty="0" err="1"/>
              <a:t>besar</a:t>
            </a:r>
            <a:r>
              <a:rPr lang="en-US" dirty="0"/>
              <a:t>, </a:t>
            </a:r>
            <a:r>
              <a:rPr lang="en-US" dirty="0" err="1"/>
              <a:t>maksimum</a:t>
            </a:r>
            <a:r>
              <a:rPr lang="en-US" dirty="0"/>
              <a:t>, dan </a:t>
            </a:r>
            <a:r>
              <a:rPr lang="en-US" dirty="0" err="1"/>
              <a:t>sejenisnya</a:t>
            </a:r>
            <a:r>
              <a:rPr lang="en-US" dirty="0"/>
              <a:t>, </a:t>
            </a:r>
            <a:r>
              <a:rPr lang="en-US" dirty="0" err="1"/>
              <a:t>berararti</a:t>
            </a:r>
            <a:r>
              <a:rPr lang="en-US" dirty="0"/>
              <a:t> </a:t>
            </a:r>
            <a:r>
              <a:rPr lang="en-US" dirty="0" err="1"/>
              <a:t>tandanya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(&lt;).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, Ho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paling </a:t>
            </a:r>
            <a:r>
              <a:rPr lang="en-US" dirty="0" err="1"/>
              <a:t>rendah</a:t>
            </a:r>
            <a:r>
              <a:rPr lang="en-US" dirty="0"/>
              <a:t>, paling </a:t>
            </a:r>
            <a:r>
              <a:rPr lang="en-US" dirty="0" err="1"/>
              <a:t>sedikit</a:t>
            </a:r>
            <a:r>
              <a:rPr lang="en-US" dirty="0"/>
              <a:t>, paling </a:t>
            </a:r>
            <a:r>
              <a:rPr lang="en-US" dirty="0" err="1"/>
              <a:t>kecil</a:t>
            </a:r>
            <a:r>
              <a:rPr lang="en-US" dirty="0"/>
              <a:t>, minimum, dan </a:t>
            </a:r>
            <a:r>
              <a:rPr lang="en-US" dirty="0" err="1"/>
              <a:t>sejenisnya</a:t>
            </a:r>
            <a:r>
              <a:rPr lang="en-US" dirty="0"/>
              <a:t>,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tandanya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(&gt;=),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uji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.</a:t>
            </a:r>
          </a:p>
          <a:p>
            <a:pPr marL="3492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/>
              <a:t>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kiri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dilakukan</a:t>
            </a:r>
            <a:r>
              <a:rPr lang="en-US" dirty="0"/>
              <a:t> pada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,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komparatif</a:t>
            </a:r>
            <a:r>
              <a:rPr lang="en-US" dirty="0"/>
              <a:t>, dan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asosiatif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027985" cy="946200"/>
          </a:xfrm>
        </p:spPr>
        <p:txBody>
          <a:bodyPr/>
          <a:lstStyle/>
          <a:p>
            <a:r>
              <a:rPr lang="en-US" dirty="0"/>
              <a:t>HIPOTESIS DIREKSIONAL – UJI PIHAK KIRI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99369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Motivasi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CJDW paling </a:t>
                </a:r>
                <a:r>
                  <a:rPr lang="en-US" dirty="0" err="1"/>
                  <a:t>tinggi</a:t>
                </a:r>
                <a:r>
                  <a:rPr lang="en-US" dirty="0"/>
                  <a:t> 40%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ideal.</a:t>
                </a:r>
              </a:p>
              <a:p>
                <a:pPr marL="177800" indent="0">
                  <a:buNone/>
                </a:pPr>
                <a:endParaRPr lang="en-US" dirty="0"/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CJDW paling </a:t>
                </a:r>
                <a:r>
                  <a:rPr lang="en-US" dirty="0" err="1"/>
                  <a:t>tinggi</a:t>
                </a:r>
                <a:r>
                  <a:rPr lang="en-US" dirty="0"/>
                  <a:t> 40%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ideal.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CVDW paling </a:t>
                </a:r>
                <a:r>
                  <a:rPr lang="en-US" dirty="0" err="1"/>
                  <a:t>rendah</a:t>
                </a:r>
                <a:r>
                  <a:rPr lang="en-US" dirty="0"/>
                  <a:t> </a:t>
                </a:r>
                <a:r>
                  <a:rPr lang="en-US" dirty="0" err="1"/>
                  <a:t>atau</a:t>
                </a:r>
                <a:r>
                  <a:rPr lang="en-US" dirty="0"/>
                  <a:t> </a:t>
                </a:r>
                <a:r>
                  <a:rPr lang="en-US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40%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	           </a:t>
                </a:r>
              </a:p>
              <a:p>
                <a:pPr marL="538163" indent="0">
                  <a:buNone/>
                </a:pPr>
                <a:r>
                  <a:rPr lang="en-US" dirty="0"/>
                  <a:t>       ideal.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&lt;40%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40%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027985" cy="946200"/>
          </a:xfrm>
        </p:spPr>
        <p:txBody>
          <a:bodyPr/>
          <a:lstStyle/>
          <a:p>
            <a:r>
              <a:rPr lang="en-US" dirty="0"/>
              <a:t>HIPOTESIS DIREKSIONAL – UJI PIHAK KIRI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HIPOTESIS BERSIFAT DESKRIPTIF</a:t>
            </a:r>
            <a:endParaRPr lang="en-ID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338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Terdapat </a:t>
                </a:r>
                <a:r>
                  <a:rPr lang="en-US" dirty="0" err="1"/>
                  <a:t>perbedaan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tugas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izin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mengikuti</a:t>
                </a:r>
                <a:r>
                  <a:rPr lang="en-US" dirty="0"/>
                  <a:t> </a:t>
                </a:r>
                <a:r>
                  <a:rPr lang="en-US" dirty="0" err="1"/>
                  <a:t>pelajaran</a:t>
                </a:r>
                <a:r>
                  <a:rPr lang="en-US" dirty="0"/>
                  <a:t> </a:t>
                </a:r>
                <a:r>
                  <a:rPr lang="en-US" dirty="0" err="1"/>
                  <a:t>statistika</a:t>
                </a:r>
                <a:r>
                  <a:rPr lang="en-US" dirty="0"/>
                  <a:t>, </a:t>
                </a:r>
                <a:r>
                  <a:rPr lang="en-US" dirty="0" err="1"/>
                  <a:t>yaitu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tugas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b="1" i="1" dirty="0" err="1"/>
                  <a:t>lebih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tinggi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belajarnya</a:t>
                </a:r>
                <a:r>
                  <a:rPr lang="en-US" dirty="0"/>
                  <a:t> </a:t>
                </a:r>
                <a:r>
                  <a:rPr lang="en-US" dirty="0" err="1"/>
                  <a:t>daripada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izin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. Atas </a:t>
                </a:r>
                <a:r>
                  <a:rPr lang="en-US" dirty="0" err="1"/>
                  <a:t>dasar</a:t>
                </a:r>
                <a:r>
                  <a:rPr lang="en-US" dirty="0"/>
                  <a:t> </a:t>
                </a:r>
                <a:r>
                  <a:rPr lang="en-US" dirty="0" err="1"/>
                  <a:t>informasi</a:t>
                </a:r>
                <a:r>
                  <a:rPr lang="en-US" dirty="0"/>
                  <a:t> </a:t>
                </a:r>
                <a:r>
                  <a:rPr lang="en-US" dirty="0" err="1"/>
                  <a:t>ini</a:t>
                </a:r>
                <a:r>
                  <a:rPr lang="en-US" dirty="0"/>
                  <a:t>, </a:t>
                </a:r>
                <a:r>
                  <a:rPr lang="en-US" dirty="0" err="1"/>
                  <a:t>tim</a:t>
                </a:r>
                <a:r>
                  <a:rPr lang="en-US" dirty="0"/>
                  <a:t> </a:t>
                </a:r>
                <a:r>
                  <a:rPr lang="en-US" dirty="0" err="1"/>
                  <a:t>pengajar</a:t>
                </a:r>
                <a:r>
                  <a:rPr lang="en-US" dirty="0"/>
                  <a:t> </a:t>
                </a:r>
                <a:r>
                  <a:rPr lang="en-US" dirty="0" err="1"/>
                  <a:t>ingin</a:t>
                </a:r>
                <a:r>
                  <a:rPr lang="en-US" dirty="0"/>
                  <a:t> </a:t>
                </a:r>
                <a:r>
                  <a:rPr lang="en-US" dirty="0" err="1"/>
                  <a:t>membuktikan</a:t>
                </a:r>
                <a:r>
                  <a:rPr lang="en-US" dirty="0"/>
                  <a:t> </a:t>
                </a:r>
                <a:r>
                  <a:rPr lang="en-US" dirty="0" err="1"/>
                  <a:t>melalui</a:t>
                </a:r>
                <a:r>
                  <a:rPr lang="en-US" dirty="0"/>
                  <a:t> </a:t>
                </a:r>
                <a:r>
                  <a:rPr lang="en-US" dirty="0" err="1"/>
                  <a:t>penelitian</a:t>
                </a:r>
                <a:r>
                  <a:rPr lang="en-US" dirty="0"/>
                  <a:t>.</a:t>
                </a:r>
              </a:p>
              <a:p>
                <a:pPr marL="177800" indent="0">
                  <a:buNone/>
                </a:pPr>
                <a:endParaRPr lang="en-US" dirty="0"/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ID" dirty="0"/>
                  <a:t>Ha: </a:t>
                </a:r>
                <a:r>
                  <a:rPr lang="en-ID" dirty="0" err="1"/>
                  <a:t>Prestasi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dirty="0" err="1"/>
                  <a:t>antara</a:t>
                </a:r>
                <a:r>
                  <a:rPr lang="en-ID" dirty="0"/>
                  <a:t> </a:t>
                </a:r>
                <a:r>
                  <a:rPr lang="en-ID" dirty="0" err="1"/>
                  <a:t>mahasiswa</a:t>
                </a:r>
                <a:r>
                  <a:rPr lang="en-ID" dirty="0"/>
                  <a:t> </a:t>
                </a:r>
                <a:r>
                  <a:rPr lang="en-ID" dirty="0" err="1"/>
                  <a:t>tugas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b="1" i="1" dirty="0" err="1"/>
                  <a:t>lebih</a:t>
                </a:r>
                <a:r>
                  <a:rPr lang="en-ID" b="1" i="1" dirty="0"/>
                  <a:t> </a:t>
                </a:r>
                <a:r>
                  <a:rPr lang="en-ID" b="1" i="1" dirty="0" err="1"/>
                  <a:t>tinggi</a:t>
                </a:r>
                <a:r>
                  <a:rPr lang="en-ID" b="1" i="1" dirty="0"/>
                  <a:t> </a:t>
                </a:r>
                <a:r>
                  <a:rPr lang="en-ID" dirty="0" err="1"/>
                  <a:t>daripada</a:t>
                </a:r>
                <a:r>
                  <a:rPr lang="en-ID" dirty="0"/>
                  <a:t> </a:t>
                </a:r>
                <a:r>
                  <a:rPr lang="en-ID" dirty="0" err="1"/>
                  <a:t>mahasiswa</a:t>
                </a:r>
                <a:r>
                  <a:rPr lang="en-ID" dirty="0"/>
                  <a:t> </a:t>
                </a:r>
                <a:r>
                  <a:rPr lang="en-ID" dirty="0" err="1"/>
                  <a:t>ijin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.</a:t>
                </a:r>
              </a:p>
              <a:p>
                <a:pPr marL="538163" indent="0">
                  <a:buNone/>
                </a:pPr>
                <a:r>
                  <a:rPr lang="en-ID" dirty="0"/>
                  <a:t>Ho: </a:t>
                </a:r>
                <a:r>
                  <a:rPr lang="en-ID" dirty="0" err="1"/>
                  <a:t>Prestasi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dirty="0" err="1"/>
                  <a:t>antara</a:t>
                </a:r>
                <a:r>
                  <a:rPr lang="en-ID" dirty="0"/>
                  <a:t> </a:t>
                </a:r>
                <a:r>
                  <a:rPr lang="en-ID" dirty="0" err="1"/>
                  <a:t>mahasiswa</a:t>
                </a:r>
                <a:r>
                  <a:rPr lang="en-ID" dirty="0"/>
                  <a:t> </a:t>
                </a:r>
                <a:r>
                  <a:rPr lang="en-ID" dirty="0" err="1"/>
                  <a:t>tugas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b="1" i="1" dirty="0" err="1"/>
                  <a:t>lebih</a:t>
                </a:r>
                <a:r>
                  <a:rPr lang="en-ID" b="1" i="1" dirty="0"/>
                  <a:t> </a:t>
                </a:r>
                <a:r>
                  <a:rPr lang="en-ID" b="1" i="1" dirty="0" err="1"/>
                  <a:t>rendah</a:t>
                </a:r>
                <a:r>
                  <a:rPr lang="en-ID" dirty="0"/>
                  <a:t> </a:t>
                </a:r>
                <a:r>
                  <a:rPr lang="en-ID" dirty="0" err="1"/>
                  <a:t>daripada</a:t>
                </a:r>
                <a:r>
                  <a:rPr lang="en-ID" dirty="0"/>
                  <a:t> </a:t>
                </a:r>
                <a:r>
                  <a:rPr lang="en-ID" dirty="0" err="1"/>
                  <a:t>mahasiswa</a:t>
                </a:r>
                <a:r>
                  <a:rPr lang="en-ID" dirty="0"/>
                  <a:t> </a:t>
                </a:r>
                <a:r>
                  <a:rPr lang="en-ID" dirty="0" err="1"/>
                  <a:t>ijin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.</a:t>
                </a:r>
              </a:p>
              <a:p>
                <a:pPr marL="177800" indent="0">
                  <a:buNone/>
                </a:pPr>
                <a:endParaRPr lang="en-ID" dirty="0"/>
              </a:p>
              <a:p>
                <a:pPr marL="177800" indent="0">
                  <a:buNone/>
                </a:pPr>
                <a:r>
                  <a:rPr lang="en-ID" dirty="0"/>
                  <a:t>(2) </a:t>
                </a:r>
                <a:r>
                  <a:rPr lang="en-ID" dirty="0" err="1"/>
                  <a:t>Hipotesis</a:t>
                </a:r>
                <a:r>
                  <a:rPr lang="en-ID" dirty="0"/>
                  <a:t> (Ha dan Ho) model </a:t>
                </a:r>
                <a:r>
                  <a:rPr lang="en-ID" dirty="0" err="1"/>
                  <a:t>statistik</a:t>
                </a:r>
                <a:r>
                  <a:rPr lang="en-ID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dirty="0"/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ID" dirty="0"/>
              </a:p>
              <a:p>
                <a:pPr marL="177800" indent="0">
                  <a:buNone/>
                </a:pPr>
                <a:endParaRPr lang="en-ID" dirty="0"/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027985" cy="946200"/>
          </a:xfrm>
        </p:spPr>
        <p:txBody>
          <a:bodyPr/>
          <a:lstStyle/>
          <a:p>
            <a:r>
              <a:rPr lang="en-US" dirty="0"/>
              <a:t>HIPOTESIS DIREKSIONAL – UJI PIHAK KIRI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HIPOTESIS BERSIFAT KOMPARATIF</a:t>
            </a:r>
            <a:endParaRPr lang="en-ID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36973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Seorang </a:t>
                </a:r>
                <a:r>
                  <a:rPr lang="en-US" dirty="0" err="1"/>
                  <a:t>pakar</a:t>
                </a:r>
                <a:r>
                  <a:rPr lang="en-US" dirty="0"/>
                  <a:t> </a:t>
                </a:r>
                <a:r>
                  <a:rPr lang="en-US" dirty="0" err="1"/>
                  <a:t>pendidikan</a:t>
                </a:r>
                <a:r>
                  <a:rPr lang="en-US" dirty="0"/>
                  <a:t> </a:t>
                </a:r>
                <a:r>
                  <a:rPr lang="en-US" dirty="0" err="1"/>
                  <a:t>ingin</a:t>
                </a:r>
                <a:r>
                  <a:rPr lang="en-US" dirty="0"/>
                  <a:t> </a:t>
                </a:r>
                <a:r>
                  <a:rPr lang="en-US" dirty="0" err="1"/>
                  <a:t>meneliti</a:t>
                </a:r>
                <a:r>
                  <a:rPr lang="en-US" dirty="0"/>
                  <a:t>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di </a:t>
                </a:r>
                <a:r>
                  <a:rPr lang="en-US" dirty="0" err="1"/>
                  <a:t>perguruan</a:t>
                </a:r>
                <a:r>
                  <a:rPr lang="en-US" dirty="0"/>
                  <a:t> </a:t>
                </a:r>
                <a:r>
                  <a:rPr lang="en-US" dirty="0" err="1"/>
                  <a:t>tinggi</a:t>
                </a:r>
                <a:r>
                  <a:rPr lang="en-US" dirty="0"/>
                  <a:t> CJDW. </a:t>
                </a:r>
                <a:r>
                  <a:rPr lang="en-US" dirty="0" err="1"/>
                  <a:t>Peneliti</a:t>
                </a:r>
                <a:r>
                  <a:rPr lang="en-US" dirty="0"/>
                  <a:t> </a:t>
                </a:r>
                <a:r>
                  <a:rPr lang="en-US" dirty="0" err="1"/>
                  <a:t>berhipotesis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tinggi</a:t>
                </a:r>
                <a:r>
                  <a:rPr lang="en-US" b="1" i="1" dirty="0"/>
                  <a:t> </a:t>
                </a:r>
                <a:r>
                  <a:rPr lang="en-US" dirty="0"/>
                  <a:t>60%.</a:t>
                </a:r>
              </a:p>
              <a:p>
                <a:pPr marL="177800" indent="0">
                  <a:buNone/>
                </a:pPr>
                <a:endParaRPr lang="en-US" dirty="0"/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ID" dirty="0"/>
                  <a:t>Ha: </a:t>
                </a:r>
                <a:r>
                  <a:rPr lang="en-ID" dirty="0" err="1"/>
                  <a:t>Hubungan</a:t>
                </a:r>
                <a:r>
                  <a:rPr lang="en-ID" dirty="0"/>
                  <a:t> </a:t>
                </a:r>
                <a:r>
                  <a:rPr lang="en-ID" dirty="0" err="1"/>
                  <a:t>motivasi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prestasi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b="1" i="1" dirty="0"/>
                  <a:t>paling </a:t>
                </a:r>
                <a:r>
                  <a:rPr lang="en-ID" b="1" i="1" dirty="0" err="1"/>
                  <a:t>tinggi</a:t>
                </a:r>
                <a:r>
                  <a:rPr lang="en-ID" b="1" i="1" dirty="0"/>
                  <a:t> </a:t>
                </a:r>
                <a:r>
                  <a:rPr lang="en-ID" dirty="0"/>
                  <a:t>60%.</a:t>
                </a:r>
              </a:p>
              <a:p>
                <a:pPr marL="538163" indent="0">
                  <a:buNone/>
                </a:pPr>
                <a:r>
                  <a:rPr lang="en-ID" dirty="0"/>
                  <a:t>Ho: </a:t>
                </a:r>
                <a:r>
                  <a:rPr lang="en-ID" dirty="0" err="1"/>
                  <a:t>Hubungan</a:t>
                </a:r>
                <a:r>
                  <a:rPr lang="en-ID" dirty="0"/>
                  <a:t> </a:t>
                </a:r>
                <a:r>
                  <a:rPr lang="en-ID" dirty="0" err="1"/>
                  <a:t>motivasi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dirty="0" err="1"/>
                  <a:t>dengan</a:t>
                </a:r>
                <a:r>
                  <a:rPr lang="en-ID" dirty="0"/>
                  <a:t> </a:t>
                </a:r>
                <a:r>
                  <a:rPr lang="en-ID" dirty="0" err="1"/>
                  <a:t>prestasi</a:t>
                </a:r>
                <a:r>
                  <a:rPr lang="en-ID" dirty="0"/>
                  <a:t> </a:t>
                </a:r>
                <a:r>
                  <a:rPr lang="en-ID" dirty="0" err="1"/>
                  <a:t>belajar</a:t>
                </a:r>
                <a:r>
                  <a:rPr lang="en-ID" dirty="0"/>
                  <a:t> </a:t>
                </a:r>
                <a:r>
                  <a:rPr lang="en-ID" b="1" i="1" dirty="0"/>
                  <a:t>paling </a:t>
                </a:r>
                <a:r>
                  <a:rPr lang="en-ID" b="1" i="1" dirty="0" err="1"/>
                  <a:t>rendah</a:t>
                </a:r>
                <a:r>
                  <a:rPr lang="en-ID" b="1" i="1" dirty="0"/>
                  <a:t> </a:t>
                </a:r>
                <a:r>
                  <a:rPr lang="en-ID" b="1" i="1" dirty="0" err="1"/>
                  <a:t>atau</a:t>
                </a:r>
                <a:r>
                  <a:rPr lang="en-ID" b="1" i="1" dirty="0"/>
                  <a:t> </a:t>
                </a:r>
                <a:r>
                  <a:rPr lang="en-ID" b="1" i="1" dirty="0" err="1"/>
                  <a:t>sama</a:t>
                </a:r>
                <a:r>
                  <a:rPr lang="en-ID" b="1" i="1" dirty="0"/>
                  <a:t> </a:t>
                </a:r>
                <a:r>
                  <a:rPr lang="en-ID" b="1" i="1" dirty="0" err="1"/>
                  <a:t>dengan</a:t>
                </a:r>
                <a:r>
                  <a:rPr lang="en-ID" dirty="0"/>
                  <a:t> 60%.</a:t>
                </a:r>
              </a:p>
              <a:p>
                <a:pPr marL="538163" indent="0">
                  <a:buNone/>
                </a:pPr>
                <a:endParaRPr lang="en-ID" dirty="0"/>
              </a:p>
              <a:p>
                <a:pPr marL="179388" indent="0">
                  <a:buNone/>
                </a:pPr>
                <a:r>
                  <a:rPr lang="en-ID" dirty="0"/>
                  <a:t>(2) </a:t>
                </a:r>
                <a:r>
                  <a:rPr lang="en-ID" dirty="0" err="1"/>
                  <a:t>Hipotesis</a:t>
                </a:r>
                <a:r>
                  <a:rPr lang="en-ID" dirty="0"/>
                  <a:t> (Ha dan Ho) model </a:t>
                </a:r>
                <a:r>
                  <a:rPr lang="en-ID" dirty="0" err="1"/>
                  <a:t>statistik</a:t>
                </a:r>
                <a:r>
                  <a:rPr lang="en-ID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&lt;60%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≥60%</m:t>
                    </m:r>
                  </m:oMath>
                </a14:m>
                <a:r>
                  <a:rPr lang="en-ID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027985" cy="946200"/>
          </a:xfrm>
        </p:spPr>
        <p:txBody>
          <a:bodyPr/>
          <a:lstStyle/>
          <a:p>
            <a:r>
              <a:rPr lang="en-US" dirty="0"/>
              <a:t>HIPOTESIS DIREKSIONAL – UJI PIHAK KIRI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C00000"/>
                </a:solidFill>
              </a:rPr>
              <a:t>HIPOTESIS BERSIFAT ASOSIATIF</a:t>
            </a:r>
            <a:endParaRPr lang="en-ID" u="sng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057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94BF33-A5B3-43FB-99FE-5EA3591F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/>
              <a:t>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bagian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direksional</a:t>
            </a:r>
            <a:r>
              <a:rPr lang="en-US" dirty="0"/>
              <a:t>. </a:t>
            </a:r>
          </a:p>
          <a:p>
            <a:pPr marL="3492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/>
              <a:t>Jika </a:t>
            </a:r>
            <a:r>
              <a:rPr lang="en-US" dirty="0" err="1"/>
              <a:t>rumusan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pasangan</a:t>
            </a:r>
            <a:r>
              <a:rPr lang="en-US" dirty="0"/>
              <a:t> Ha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paling </a:t>
            </a:r>
            <a:r>
              <a:rPr lang="en-US" dirty="0" err="1"/>
              <a:t>rendah</a:t>
            </a:r>
            <a:r>
              <a:rPr lang="en-US" dirty="0"/>
              <a:t>, paling </a:t>
            </a:r>
            <a:r>
              <a:rPr lang="en-US" dirty="0" err="1"/>
              <a:t>sedikit</a:t>
            </a:r>
            <a:r>
              <a:rPr lang="en-US" dirty="0"/>
              <a:t>, paling </a:t>
            </a:r>
            <a:r>
              <a:rPr lang="en-US" dirty="0" err="1"/>
              <a:t>kecil</a:t>
            </a:r>
            <a:r>
              <a:rPr lang="en-US" dirty="0"/>
              <a:t>, minimum, dan </a:t>
            </a:r>
            <a:r>
              <a:rPr lang="en-US" dirty="0" err="1"/>
              <a:t>sejenisnya</a:t>
            </a:r>
            <a:r>
              <a:rPr lang="en-US" dirty="0"/>
              <a:t>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tandanya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besar</a:t>
            </a:r>
            <a:r>
              <a:rPr lang="en-US" dirty="0"/>
              <a:t> (&gt;).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, Ho </a:t>
            </a:r>
            <a:r>
              <a:rPr lang="en-US" dirty="0" err="1"/>
              <a:t>harus</a:t>
            </a:r>
            <a:r>
              <a:rPr lang="en-US" dirty="0"/>
              <a:t> </a:t>
            </a:r>
            <a:r>
              <a:rPr lang="en-US" dirty="0" err="1"/>
              <a:t>dinyatakan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paling </a:t>
            </a:r>
            <a:r>
              <a:rPr lang="en-US" dirty="0" err="1"/>
              <a:t>tinggi</a:t>
            </a:r>
            <a:r>
              <a:rPr lang="en-US" dirty="0"/>
              <a:t>, paling </a:t>
            </a:r>
            <a:r>
              <a:rPr lang="en-US" dirty="0" err="1"/>
              <a:t>banyak</a:t>
            </a:r>
            <a:r>
              <a:rPr lang="en-US" dirty="0"/>
              <a:t>, paling </a:t>
            </a:r>
            <a:r>
              <a:rPr lang="en-US" dirty="0" err="1"/>
              <a:t>besar</a:t>
            </a:r>
            <a:r>
              <a:rPr lang="en-US" dirty="0"/>
              <a:t>, </a:t>
            </a:r>
            <a:r>
              <a:rPr lang="en-US" dirty="0" err="1"/>
              <a:t>maksimum</a:t>
            </a:r>
            <a:r>
              <a:rPr lang="en-US" dirty="0"/>
              <a:t>, dan </a:t>
            </a:r>
            <a:r>
              <a:rPr lang="en-US" dirty="0" err="1"/>
              <a:t>sejenisnya</a:t>
            </a:r>
            <a:r>
              <a:rPr lang="en-US" dirty="0"/>
              <a:t>, </a:t>
            </a:r>
            <a:r>
              <a:rPr lang="en-US" dirty="0" err="1"/>
              <a:t>berarti</a:t>
            </a:r>
            <a:r>
              <a:rPr lang="en-US" dirty="0"/>
              <a:t> </a:t>
            </a:r>
            <a:r>
              <a:rPr lang="en-US" dirty="0" err="1"/>
              <a:t>tandanya</a:t>
            </a:r>
            <a:r>
              <a:rPr lang="en-US" dirty="0"/>
              <a:t> </a:t>
            </a:r>
            <a:r>
              <a:rPr lang="en-US" dirty="0" err="1"/>
              <a:t>lebih</a:t>
            </a:r>
            <a:r>
              <a:rPr lang="en-US" dirty="0"/>
              <a:t> </a:t>
            </a:r>
            <a:r>
              <a:rPr lang="en-US" dirty="0" err="1"/>
              <a:t>kecil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(≤), </a:t>
            </a:r>
            <a:r>
              <a:rPr lang="en-US" dirty="0" err="1"/>
              <a:t>pengujiannya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uji </a:t>
            </a:r>
            <a:r>
              <a:rPr lang="en-US" dirty="0" err="1"/>
              <a:t>satu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, </a:t>
            </a:r>
            <a:r>
              <a:rPr lang="en-US" dirty="0" err="1"/>
              <a:t>yaitu</a:t>
            </a:r>
            <a:r>
              <a:rPr lang="en-US" dirty="0"/>
              <a:t> 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.</a:t>
            </a:r>
          </a:p>
          <a:p>
            <a:pPr marL="3492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/>
              <a:t>Uji </a:t>
            </a:r>
            <a:r>
              <a:rPr lang="en-US" dirty="0" err="1"/>
              <a:t>pihak</a:t>
            </a:r>
            <a:r>
              <a:rPr lang="en-US" dirty="0"/>
              <a:t> </a:t>
            </a:r>
            <a:r>
              <a:rPr lang="en-US" dirty="0" err="1"/>
              <a:t>kanan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,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komparatif</a:t>
            </a:r>
            <a:r>
              <a:rPr lang="en-US" dirty="0"/>
              <a:t>, dan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asosiatif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509679" cy="946200"/>
          </a:xfrm>
        </p:spPr>
        <p:txBody>
          <a:bodyPr/>
          <a:lstStyle/>
          <a:p>
            <a:r>
              <a:rPr lang="en-US" dirty="0"/>
              <a:t>HIPOTESIS DIREKSIONAL – UJI PIHAK KANAN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9845182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Disiplin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CJDW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rendah</a:t>
                </a:r>
                <a:r>
                  <a:rPr lang="en-US" dirty="0"/>
                  <a:t> 70%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skor</a:t>
                </a:r>
                <a:r>
                  <a:rPr lang="en-US" dirty="0"/>
                  <a:t> ideal.</a:t>
                </a:r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CJDW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rendah</a:t>
                </a:r>
                <a:r>
                  <a:rPr lang="en-US" dirty="0"/>
                  <a:t> 70%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ideal.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dirty="0" err="1"/>
                  <a:t>Motivasi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pegawai</a:t>
                </a:r>
                <a:r>
                  <a:rPr lang="en-US" dirty="0"/>
                  <a:t> di </a:t>
                </a:r>
                <a:r>
                  <a:rPr lang="en-US" dirty="0" err="1"/>
                  <a:t>departemen</a:t>
                </a:r>
                <a:r>
                  <a:rPr lang="en-US" dirty="0"/>
                  <a:t> CVDW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tinggi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atau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sama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dengan</a:t>
                </a:r>
                <a:r>
                  <a:rPr lang="en-US" dirty="0"/>
                  <a:t> 70% </a:t>
                </a:r>
                <a:r>
                  <a:rPr lang="en-US" dirty="0" err="1"/>
                  <a:t>dari</a:t>
                </a:r>
                <a:r>
                  <a:rPr lang="en-US" dirty="0"/>
                  <a:t> </a:t>
                </a:r>
                <a:r>
                  <a:rPr lang="en-US" dirty="0" err="1"/>
                  <a:t>nilai</a:t>
                </a:r>
                <a:r>
                  <a:rPr lang="en-US" dirty="0"/>
                  <a:t> 	           </a:t>
                </a:r>
              </a:p>
              <a:p>
                <a:pPr marL="538163" indent="0">
                  <a:buNone/>
                </a:pPr>
                <a:r>
                  <a:rPr lang="en-US" dirty="0"/>
                  <a:t>       ideal.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&gt;70%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70%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DIREKSIONAL – UJI PIHAK KANAN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B050"/>
                </a:solidFill>
              </a:rPr>
              <a:t>HIPOTESIS BERSIFAT DESKRIPTIF</a:t>
            </a:r>
            <a:endParaRPr lang="en-ID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45372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Seorang </a:t>
                </a:r>
                <a:r>
                  <a:rPr lang="en-US" dirty="0" err="1"/>
                  <a:t>pengamat</a:t>
                </a:r>
                <a:r>
                  <a:rPr lang="en-US" dirty="0"/>
                  <a:t> haji </a:t>
                </a:r>
                <a:r>
                  <a:rPr lang="en-US" dirty="0" err="1"/>
                  <a:t>ingin</a:t>
                </a:r>
                <a:r>
                  <a:rPr lang="en-US" dirty="0"/>
                  <a:t> </a:t>
                </a:r>
                <a:r>
                  <a:rPr lang="en-US" dirty="0" err="1"/>
                  <a:t>melakukan</a:t>
                </a:r>
                <a:r>
                  <a:rPr lang="en-US" dirty="0"/>
                  <a:t> </a:t>
                </a:r>
                <a:r>
                  <a:rPr lang="en-US" dirty="0" err="1"/>
                  <a:t>penelitian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mengetahui</a:t>
                </a:r>
                <a:r>
                  <a:rPr lang="en-US" dirty="0"/>
                  <a:t> </a:t>
                </a:r>
                <a:r>
                  <a:rPr lang="en-US" dirty="0" err="1"/>
                  <a:t>adakah</a:t>
                </a:r>
                <a:r>
                  <a:rPr lang="en-US" dirty="0"/>
                  <a:t> </a:t>
                </a:r>
                <a:r>
                  <a:rPr lang="en-US" dirty="0" err="1"/>
                  <a:t>perbedaan</a:t>
                </a:r>
                <a:r>
                  <a:rPr lang="en-US" dirty="0"/>
                  <a:t> </a:t>
                </a:r>
                <a:r>
                  <a:rPr lang="en-US" dirty="0" err="1"/>
                  <a:t>fasilitas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kelompok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plus (VIP)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</a:t>
                </a:r>
                <a:r>
                  <a:rPr lang="en-US" dirty="0" err="1"/>
                  <a:t>biasa</a:t>
                </a:r>
                <a:r>
                  <a:rPr lang="en-US" dirty="0"/>
                  <a:t>. </a:t>
                </a:r>
                <a:r>
                  <a:rPr lang="en-US" dirty="0" err="1"/>
                  <a:t>Pengamat</a:t>
                </a:r>
                <a:r>
                  <a:rPr lang="en-US" dirty="0"/>
                  <a:t> </a:t>
                </a:r>
                <a:r>
                  <a:rPr lang="en-US" dirty="0" err="1"/>
                  <a:t>berhipotesis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</a:t>
                </a:r>
                <a:r>
                  <a:rPr lang="en-US" dirty="0" err="1"/>
                  <a:t>biasa</a:t>
                </a:r>
                <a:r>
                  <a:rPr lang="en-US" dirty="0"/>
                  <a:t> </a:t>
                </a:r>
                <a:r>
                  <a:rPr lang="en-US" b="1" i="1" dirty="0" err="1"/>
                  <a:t>kurang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nyaman</a:t>
                </a:r>
                <a:r>
                  <a:rPr lang="en-US" b="1" i="1" dirty="0"/>
                  <a:t> </a:t>
                </a:r>
                <a:r>
                  <a:rPr lang="en-US" dirty="0"/>
                  <a:t> </a:t>
                </a:r>
                <a:r>
                  <a:rPr lang="en-US" dirty="0" err="1"/>
                  <a:t>fasilitasnya</a:t>
                </a:r>
                <a:r>
                  <a:rPr lang="en-US" dirty="0"/>
                  <a:t> </a:t>
                </a:r>
                <a:r>
                  <a:rPr lang="en-US" dirty="0" err="1"/>
                  <a:t>bila</a:t>
                </a:r>
                <a:r>
                  <a:rPr lang="en-US" dirty="0"/>
                  <a:t> </a:t>
                </a:r>
                <a:r>
                  <a:rPr lang="en-US" dirty="0" err="1"/>
                  <a:t>dibandingkan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plus (VIP).</a:t>
                </a:r>
                <a:endParaRPr lang="en-US" b="1" i="1" dirty="0"/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dirty="0" err="1"/>
                  <a:t>Jamaah</a:t>
                </a:r>
                <a:r>
                  <a:rPr lang="en-US" dirty="0"/>
                  <a:t> haji </a:t>
                </a:r>
                <a:r>
                  <a:rPr lang="en-US" dirty="0" err="1"/>
                  <a:t>biasa</a:t>
                </a:r>
                <a:r>
                  <a:rPr lang="en-US" dirty="0"/>
                  <a:t> </a:t>
                </a:r>
                <a:r>
                  <a:rPr lang="en-US" b="1" i="1" dirty="0" err="1"/>
                  <a:t>kurang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nyaman</a:t>
                </a:r>
                <a:r>
                  <a:rPr lang="en-US" dirty="0"/>
                  <a:t> </a:t>
                </a:r>
                <a:r>
                  <a:rPr lang="en-US" dirty="0" err="1"/>
                  <a:t>fasilitasnya</a:t>
                </a:r>
                <a:r>
                  <a:rPr lang="en-US" dirty="0"/>
                  <a:t> </a:t>
                </a:r>
                <a:r>
                  <a:rPr lang="en-US" dirty="0" err="1"/>
                  <a:t>bila</a:t>
                </a:r>
                <a:r>
                  <a:rPr lang="en-US" dirty="0"/>
                  <a:t> </a:t>
                </a:r>
                <a:r>
                  <a:rPr lang="en-US" dirty="0" err="1"/>
                  <a:t>dibandingkan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plus (VIP).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dirty="0" err="1"/>
                  <a:t>Jamaah</a:t>
                </a:r>
                <a:r>
                  <a:rPr lang="en-US" dirty="0"/>
                  <a:t> haji </a:t>
                </a:r>
                <a:r>
                  <a:rPr lang="en-US" dirty="0" err="1"/>
                  <a:t>biasa</a:t>
                </a:r>
                <a:r>
                  <a:rPr lang="en-US" dirty="0"/>
                  <a:t> </a:t>
                </a:r>
                <a:r>
                  <a:rPr lang="en-US" b="1" i="1" dirty="0" err="1"/>
                  <a:t>lebih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nyaman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atau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sama</a:t>
                </a:r>
                <a:r>
                  <a:rPr lang="en-US" dirty="0"/>
                  <a:t> </a:t>
                </a:r>
                <a:r>
                  <a:rPr lang="en-US" dirty="0" err="1"/>
                  <a:t>fasilitasnya</a:t>
                </a:r>
                <a:r>
                  <a:rPr lang="en-US" dirty="0"/>
                  <a:t> </a:t>
                </a:r>
                <a:r>
                  <a:rPr lang="en-US" dirty="0" err="1"/>
                  <a:t>bila</a:t>
                </a:r>
                <a:r>
                  <a:rPr lang="en-US" dirty="0"/>
                  <a:t> </a:t>
                </a:r>
                <a:r>
                  <a:rPr lang="en-US" dirty="0" err="1"/>
                  <a:t>dibandingkan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jamaah</a:t>
                </a:r>
                <a:r>
                  <a:rPr lang="en-US" dirty="0"/>
                  <a:t> haji plus (VIP).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&gt;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DIREKSIONAL – UJI PIHAK KANAN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B050"/>
                </a:solidFill>
              </a:rPr>
              <a:t>HIPOTESIS BERSIFAT KOMPARATIF</a:t>
            </a:r>
            <a:endParaRPr lang="en-ID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026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Seorang </a:t>
                </a:r>
                <a:r>
                  <a:rPr lang="en-US" dirty="0" err="1"/>
                  <a:t>pengamat</a:t>
                </a:r>
                <a:r>
                  <a:rPr lang="en-US" dirty="0"/>
                  <a:t> </a:t>
                </a:r>
                <a:r>
                  <a:rPr lang="en-US" dirty="0" err="1"/>
                  <a:t>sosial</a:t>
                </a:r>
                <a:r>
                  <a:rPr lang="en-US" dirty="0"/>
                  <a:t> </a:t>
                </a:r>
                <a:r>
                  <a:rPr lang="en-US" dirty="0" err="1"/>
                  <a:t>mengatakan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gaya</a:t>
                </a:r>
                <a:r>
                  <a:rPr lang="en-US" dirty="0"/>
                  <a:t> </a:t>
                </a:r>
                <a:r>
                  <a:rPr lang="en-US" dirty="0" err="1"/>
                  <a:t>kepemimpinan</a:t>
                </a:r>
                <a:r>
                  <a:rPr lang="en-US" dirty="0"/>
                  <a:t> </a:t>
                </a:r>
                <a:r>
                  <a:rPr lang="en-US" dirty="0" err="1"/>
                  <a:t>atasan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bawahan</a:t>
                </a:r>
                <a:r>
                  <a:rPr lang="en-US" dirty="0"/>
                  <a:t> di </a:t>
                </a:r>
                <a:r>
                  <a:rPr lang="en-US" dirty="0" err="1"/>
                  <a:t>instansi</a:t>
                </a:r>
                <a:r>
                  <a:rPr lang="en-US" dirty="0"/>
                  <a:t> CJDW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rendah</a:t>
                </a:r>
                <a:r>
                  <a:rPr lang="en-US" b="1" i="1" dirty="0"/>
                  <a:t> </a:t>
                </a:r>
                <a:r>
                  <a:rPr lang="en-US" dirty="0"/>
                  <a:t>45%.</a:t>
                </a:r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gaya</a:t>
                </a:r>
                <a:r>
                  <a:rPr lang="en-US" dirty="0"/>
                  <a:t> </a:t>
                </a:r>
                <a:r>
                  <a:rPr lang="en-US" dirty="0" err="1"/>
                  <a:t>kepemimpinan</a:t>
                </a:r>
                <a:r>
                  <a:rPr lang="en-US" dirty="0"/>
                  <a:t> </a:t>
                </a:r>
                <a:r>
                  <a:rPr lang="en-US" dirty="0" err="1"/>
                  <a:t>atasan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kerja</a:t>
                </a:r>
                <a:r>
                  <a:rPr lang="en-US" dirty="0"/>
                  <a:t> </a:t>
                </a:r>
                <a:r>
                  <a:rPr lang="en-US" dirty="0" err="1"/>
                  <a:t>bawahan</a:t>
                </a:r>
                <a:r>
                  <a:rPr lang="en-US" dirty="0"/>
                  <a:t> di </a:t>
                </a:r>
                <a:r>
                  <a:rPr lang="en-US" dirty="0" err="1"/>
                  <a:t>instansi</a:t>
                </a:r>
                <a:r>
                  <a:rPr lang="en-US" dirty="0"/>
                  <a:t> CVDW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rendah</a:t>
                </a:r>
                <a:r>
                  <a:rPr lang="en-US" dirty="0"/>
                  <a:t> 45%.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gaya</a:t>
                </a:r>
                <a:r>
                  <a:rPr lang="en-US" dirty="0"/>
                  <a:t> </a:t>
                </a:r>
                <a:r>
                  <a:rPr lang="en-US" dirty="0" err="1"/>
                  <a:t>kepemimpinan</a:t>
                </a:r>
                <a:r>
                  <a:rPr lang="en-US" dirty="0"/>
                  <a:t> </a:t>
                </a:r>
                <a:r>
                  <a:rPr lang="en-US" dirty="0" err="1"/>
                  <a:t>atasan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prestasi</a:t>
                </a:r>
                <a:r>
                  <a:rPr lang="en-US" dirty="0"/>
                  <a:t> </a:t>
                </a:r>
                <a:r>
                  <a:rPr lang="en-US" dirty="0" err="1"/>
                  <a:t>bawahan</a:t>
                </a:r>
                <a:r>
                  <a:rPr lang="en-US" dirty="0"/>
                  <a:t> di </a:t>
                </a:r>
                <a:r>
                  <a:rPr lang="en-US" dirty="0" err="1"/>
                  <a:t>instansi</a:t>
                </a:r>
                <a:r>
                  <a:rPr lang="en-US" dirty="0"/>
                  <a:t> CJDW </a:t>
                </a:r>
                <a:r>
                  <a:rPr lang="en-US" b="1" i="1" dirty="0"/>
                  <a:t>paling </a:t>
                </a:r>
                <a:r>
                  <a:rPr lang="en-US" b="1" i="1" dirty="0" err="1"/>
                  <a:t>tinggi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atau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sama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dengan</a:t>
                </a:r>
                <a:r>
                  <a:rPr lang="en-US" dirty="0"/>
                  <a:t> 45%.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&gt;45%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45%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 r="-352"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DIREKSIONAL – UJI PIHAK KANAN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B050"/>
                </a:solidFill>
              </a:rPr>
              <a:t>HIPOTESIS BERSIFAT ASOSIATIF</a:t>
            </a:r>
            <a:endParaRPr lang="en-ID" u="sng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98937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094BF33-A5B3-43FB-99FE-5EA3591F57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 err="1"/>
              <a:t>Hipotesis</a:t>
            </a:r>
            <a:r>
              <a:rPr lang="en-US" dirty="0"/>
              <a:t> Non-</a:t>
            </a:r>
            <a:r>
              <a:rPr lang="en-US" dirty="0" err="1"/>
              <a:t>direksional</a:t>
            </a:r>
            <a:r>
              <a:rPr lang="en-US" dirty="0"/>
              <a:t> (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langsung</a:t>
            </a:r>
            <a:r>
              <a:rPr lang="en-US" dirty="0"/>
              <a:t>) </a:t>
            </a:r>
            <a:r>
              <a:rPr lang="en-US" dirty="0" err="1"/>
              <a:t>adalah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menunjukkan</a:t>
            </a:r>
            <a:r>
              <a:rPr lang="en-US" dirty="0"/>
              <a:t> </a:t>
            </a:r>
            <a:r>
              <a:rPr lang="en-US" dirty="0" err="1"/>
              <a:t>arah</a:t>
            </a:r>
            <a:r>
              <a:rPr lang="en-US" dirty="0"/>
              <a:t> </a:t>
            </a:r>
            <a:r>
              <a:rPr lang="en-US" dirty="0" err="1"/>
              <a:t>tertentu</a:t>
            </a:r>
            <a:r>
              <a:rPr lang="en-US" dirty="0"/>
              <a:t>. Jika </a:t>
            </a:r>
            <a:r>
              <a:rPr lang="en-US" dirty="0" err="1"/>
              <a:t>rumusan</a:t>
            </a:r>
            <a:r>
              <a:rPr lang="en-US" dirty="0"/>
              <a:t> Ha </a:t>
            </a:r>
            <a:r>
              <a:rPr lang="en-US" dirty="0" err="1"/>
              <a:t>berbunyi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</a:t>
            </a:r>
            <a:r>
              <a:rPr lang="en-US" dirty="0" err="1"/>
              <a:t>tidak</a:t>
            </a:r>
            <a:r>
              <a:rPr lang="en-US" dirty="0"/>
              <a:t>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(≠), </a:t>
            </a:r>
            <a:r>
              <a:rPr lang="en-US" dirty="0" err="1"/>
              <a:t>maka</a:t>
            </a:r>
            <a:r>
              <a:rPr lang="en-US" dirty="0"/>
              <a:t> </a:t>
            </a:r>
            <a:r>
              <a:rPr lang="en-US" dirty="0" err="1"/>
              <a:t>sebaliknya</a:t>
            </a:r>
            <a:r>
              <a:rPr lang="en-US" dirty="0"/>
              <a:t> Ho </a:t>
            </a:r>
            <a:r>
              <a:rPr lang="en-US" dirty="0" err="1"/>
              <a:t>berbunyi</a:t>
            </a:r>
            <a:r>
              <a:rPr lang="en-US" dirty="0"/>
              <a:t> </a:t>
            </a:r>
            <a:r>
              <a:rPr lang="en-US" dirty="0" err="1"/>
              <a:t>kalimat</a:t>
            </a:r>
            <a:r>
              <a:rPr lang="en-US" dirty="0"/>
              <a:t>: </a:t>
            </a:r>
            <a:r>
              <a:rPr lang="en-US" dirty="0" err="1"/>
              <a:t>sama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(=).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menggunakan</a:t>
            </a:r>
            <a:r>
              <a:rPr lang="en-US" dirty="0"/>
              <a:t> uji </a:t>
            </a:r>
            <a:r>
              <a:rPr lang="en-US" dirty="0" err="1"/>
              <a:t>dua</a:t>
            </a:r>
            <a:r>
              <a:rPr lang="en-US" dirty="0"/>
              <a:t> </a:t>
            </a:r>
            <a:r>
              <a:rPr lang="en-US" dirty="0" err="1"/>
              <a:t>pihak</a:t>
            </a:r>
            <a:r>
              <a:rPr lang="en-US" dirty="0"/>
              <a:t>.</a:t>
            </a:r>
          </a:p>
          <a:p>
            <a:pPr marL="349250" indent="-171450">
              <a:buFont typeface="Arial" panose="020B0604020202020204" pitchFamily="34" charset="0"/>
              <a:buChar char="•"/>
            </a:pPr>
            <a:endParaRPr lang="en-US" dirty="0"/>
          </a:p>
          <a:p>
            <a:pPr marL="349250" indent="-171450">
              <a:buFont typeface="Arial" panose="020B0604020202020204" pitchFamily="34" charset="0"/>
              <a:buChar char="•"/>
            </a:pPr>
            <a:r>
              <a:rPr lang="en-US" dirty="0" err="1"/>
              <a:t>Hipotesis</a:t>
            </a:r>
            <a:r>
              <a:rPr lang="en-US" dirty="0"/>
              <a:t> Non-</a:t>
            </a:r>
            <a:r>
              <a:rPr lang="en-US" dirty="0" err="1"/>
              <a:t>direksional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digunakan</a:t>
            </a:r>
            <a:r>
              <a:rPr lang="en-US" dirty="0"/>
              <a:t> pada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deskriptif</a:t>
            </a:r>
            <a:r>
              <a:rPr lang="en-US" dirty="0"/>
              <a:t>,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komparatif</a:t>
            </a:r>
            <a:r>
              <a:rPr lang="en-US" dirty="0"/>
              <a:t>, dan </a:t>
            </a:r>
            <a:r>
              <a:rPr lang="en-US" dirty="0" err="1"/>
              <a:t>hipotesis</a:t>
            </a:r>
            <a:r>
              <a:rPr lang="en-US" dirty="0"/>
              <a:t> yang </a:t>
            </a:r>
            <a:r>
              <a:rPr lang="en-US" dirty="0" err="1"/>
              <a:t>bersifat</a:t>
            </a:r>
            <a:r>
              <a:rPr lang="en-US" dirty="0"/>
              <a:t> </a:t>
            </a:r>
            <a:r>
              <a:rPr lang="en-US" dirty="0" err="1"/>
              <a:t>asosiatif</a:t>
            </a:r>
            <a:r>
              <a:rPr lang="en-US" dirty="0"/>
              <a:t>.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125957" cy="946200"/>
          </a:xfrm>
        </p:spPr>
        <p:txBody>
          <a:bodyPr/>
          <a:lstStyle/>
          <a:p>
            <a:r>
              <a:rPr lang="en-US" dirty="0"/>
              <a:t>HIPOTESIS NON-DIREKSIONAL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7864445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PT. CJDW </a:t>
                </a:r>
                <a:r>
                  <a:rPr lang="en-US" dirty="0" err="1"/>
                  <a:t>memproduksi</a:t>
                </a:r>
                <a:r>
                  <a:rPr lang="en-US" dirty="0"/>
                  <a:t> </a:t>
                </a:r>
                <a:r>
                  <a:rPr lang="en-US" dirty="0" err="1"/>
                  <a:t>mesin</a:t>
                </a:r>
                <a:r>
                  <a:rPr lang="en-US" dirty="0"/>
                  <a:t> boat dan </a:t>
                </a:r>
                <a:r>
                  <a:rPr lang="en-US" dirty="0" err="1"/>
                  <a:t>menyatakan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 </a:t>
                </a:r>
                <a:r>
                  <a:rPr lang="en-US" dirty="0" err="1"/>
                  <a:t>mesin</a:t>
                </a:r>
                <a:r>
                  <a:rPr lang="en-US" dirty="0"/>
                  <a:t> boat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produksinya</a:t>
                </a:r>
                <a:r>
                  <a:rPr lang="en-US" dirty="0"/>
                  <a:t> </a:t>
                </a:r>
                <a:r>
                  <a:rPr lang="en-US" dirty="0" err="1"/>
                  <a:t>mampu</a:t>
                </a:r>
                <a:r>
                  <a:rPr lang="en-US" dirty="0"/>
                  <a:t> </a:t>
                </a:r>
                <a:r>
                  <a:rPr lang="en-US" dirty="0" err="1"/>
                  <a:t>berkecepatan</a:t>
                </a:r>
                <a:r>
                  <a:rPr lang="en-US" dirty="0"/>
                  <a:t> rata-rata 300 km/jam. </a:t>
                </a:r>
                <a:r>
                  <a:rPr lang="en-US" dirty="0" err="1"/>
                  <a:t>Berdasarkan</a:t>
                </a:r>
                <a:r>
                  <a:rPr lang="en-US" dirty="0"/>
                  <a:t> </a:t>
                </a:r>
                <a:r>
                  <a:rPr lang="en-US" dirty="0" err="1"/>
                  <a:t>penyataan</a:t>
                </a:r>
                <a:r>
                  <a:rPr lang="en-US" dirty="0"/>
                  <a:t> </a:t>
                </a:r>
                <a:r>
                  <a:rPr lang="en-US" dirty="0" err="1"/>
                  <a:t>ini</a:t>
                </a:r>
                <a:r>
                  <a:rPr lang="en-US" dirty="0"/>
                  <a:t>, </a:t>
                </a:r>
                <a:r>
                  <a:rPr lang="en-US" dirty="0" err="1"/>
                  <a:t>seorang</a:t>
                </a:r>
                <a:r>
                  <a:rPr lang="en-US" dirty="0"/>
                  <a:t> </a:t>
                </a:r>
                <a:r>
                  <a:rPr lang="en-US" dirty="0" err="1"/>
                  <a:t>ahli</a:t>
                </a:r>
                <a:r>
                  <a:rPr lang="en-US" dirty="0"/>
                  <a:t> </a:t>
                </a:r>
                <a:r>
                  <a:rPr lang="en-US" dirty="0" err="1"/>
                  <a:t>mesin</a:t>
                </a:r>
                <a:r>
                  <a:rPr lang="en-US" dirty="0"/>
                  <a:t> </a:t>
                </a:r>
                <a:r>
                  <a:rPr lang="en-US" dirty="0" err="1"/>
                  <a:t>akan</a:t>
                </a:r>
                <a:r>
                  <a:rPr lang="en-US" dirty="0"/>
                  <a:t> </a:t>
                </a:r>
                <a:r>
                  <a:rPr lang="en-US" dirty="0" err="1"/>
                  <a:t>melakukan</a:t>
                </a:r>
                <a:r>
                  <a:rPr lang="en-US" dirty="0"/>
                  <a:t> </a:t>
                </a:r>
                <a:r>
                  <a:rPr lang="en-US" dirty="0" err="1"/>
                  <a:t>penelitian</a:t>
                </a:r>
                <a:r>
                  <a:rPr lang="en-US" dirty="0"/>
                  <a:t> </a:t>
                </a:r>
                <a:r>
                  <a:rPr lang="en-US" dirty="0" err="1"/>
                  <a:t>untuk</a:t>
                </a:r>
                <a:r>
                  <a:rPr lang="en-US" dirty="0"/>
                  <a:t> </a:t>
                </a:r>
                <a:r>
                  <a:rPr lang="en-US" dirty="0" err="1"/>
                  <a:t>membuktikannya</a:t>
                </a:r>
                <a:r>
                  <a:rPr lang="en-US" dirty="0"/>
                  <a:t>, </a:t>
                </a:r>
                <a:r>
                  <a:rPr lang="en-US" dirty="0" err="1"/>
                  <a:t>apakah</a:t>
                </a:r>
                <a:r>
                  <a:rPr lang="en-US" dirty="0"/>
                  <a:t> </a:t>
                </a:r>
                <a:r>
                  <a:rPr lang="en-US" dirty="0" err="1"/>
                  <a:t>benar</a:t>
                </a:r>
                <a:r>
                  <a:rPr lang="en-US" dirty="0"/>
                  <a:t> </a:t>
                </a:r>
                <a:r>
                  <a:rPr lang="en-US" dirty="0" err="1"/>
                  <a:t>demikian</a:t>
                </a:r>
                <a:r>
                  <a:rPr lang="en-US" dirty="0"/>
                  <a:t>. </a:t>
                </a:r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dirty="0" err="1"/>
                  <a:t>Mesin</a:t>
                </a:r>
                <a:r>
                  <a:rPr lang="en-US" dirty="0"/>
                  <a:t> boat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produksi</a:t>
                </a:r>
                <a:r>
                  <a:rPr lang="en-US" dirty="0"/>
                  <a:t> PT. CJDW </a:t>
                </a:r>
                <a:r>
                  <a:rPr lang="en-US" b="1" i="1" dirty="0" err="1"/>
                  <a:t>mampu</a:t>
                </a:r>
                <a:r>
                  <a:rPr lang="en-US" dirty="0"/>
                  <a:t> </a:t>
                </a:r>
                <a:r>
                  <a:rPr lang="en-US" dirty="0" err="1"/>
                  <a:t>berkecepatan</a:t>
                </a:r>
                <a:r>
                  <a:rPr lang="en-US" dirty="0"/>
                  <a:t> rata-rata 300 km/jam.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dirty="0" err="1"/>
                  <a:t>Mesin</a:t>
                </a:r>
                <a:r>
                  <a:rPr lang="en-US" dirty="0"/>
                  <a:t> boat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produksi</a:t>
                </a:r>
                <a:r>
                  <a:rPr lang="en-US" dirty="0"/>
                  <a:t> PT. CJDW </a:t>
                </a:r>
                <a:r>
                  <a:rPr lang="en-US" b="1" i="1" dirty="0" err="1"/>
                  <a:t>tidak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mampu</a:t>
                </a:r>
                <a:r>
                  <a:rPr lang="en-US" b="1" i="1" dirty="0"/>
                  <a:t> </a:t>
                </a:r>
                <a:r>
                  <a:rPr lang="en-US" dirty="0" err="1"/>
                  <a:t>berkecepatan</a:t>
                </a:r>
                <a:r>
                  <a:rPr lang="en-US" dirty="0"/>
                  <a:t> rata-rata 300 km/jam.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≠300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=300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19200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NON-DIREKSIONAL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HIPOTESIS BERSIFAT DESKRIPTIF</a:t>
            </a:r>
            <a:endParaRPr lang="en-ID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94651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67064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Seorang </a:t>
                </a:r>
                <a:r>
                  <a:rPr lang="en-US" dirty="0" err="1"/>
                  <a:t>dosen</a:t>
                </a:r>
                <a:r>
                  <a:rPr lang="en-US" dirty="0"/>
                  <a:t> </a:t>
                </a:r>
                <a:r>
                  <a:rPr lang="en-US" dirty="0" err="1"/>
                  <a:t>statistika</a:t>
                </a:r>
                <a:r>
                  <a:rPr lang="en-US" dirty="0"/>
                  <a:t> </a:t>
                </a:r>
                <a:r>
                  <a:rPr lang="en-US" dirty="0" err="1"/>
                  <a:t>mengajar</a:t>
                </a:r>
                <a:r>
                  <a:rPr lang="en-US" dirty="0"/>
                  <a:t> </a:t>
                </a:r>
                <a:r>
                  <a:rPr lang="en-US" dirty="0" err="1"/>
                  <a:t>dua</a:t>
                </a:r>
                <a:r>
                  <a:rPr lang="en-US" dirty="0"/>
                  <a:t> </a:t>
                </a:r>
                <a:r>
                  <a:rPr lang="en-US" dirty="0" err="1"/>
                  <a:t>kelas</a:t>
                </a:r>
                <a:r>
                  <a:rPr lang="en-US" dirty="0"/>
                  <a:t> (</a:t>
                </a:r>
                <a:r>
                  <a:rPr lang="en-US" dirty="0" err="1"/>
                  <a:t>Kelas</a:t>
                </a:r>
                <a:r>
                  <a:rPr lang="en-US" dirty="0"/>
                  <a:t> A dan </a:t>
                </a:r>
                <a:r>
                  <a:rPr lang="en-US" dirty="0" err="1"/>
                  <a:t>Kelas</a:t>
                </a:r>
                <a:r>
                  <a:rPr lang="en-US" dirty="0"/>
                  <a:t> B) dan </a:t>
                </a:r>
                <a:r>
                  <a:rPr lang="en-US" dirty="0" err="1"/>
                  <a:t>ingin</a:t>
                </a:r>
                <a:r>
                  <a:rPr lang="en-US" dirty="0"/>
                  <a:t> </a:t>
                </a:r>
                <a:r>
                  <a:rPr lang="en-US" dirty="0" err="1"/>
                  <a:t>mengetahui</a:t>
                </a:r>
                <a:r>
                  <a:rPr lang="en-US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yang </a:t>
                </a:r>
                <a:r>
                  <a:rPr lang="en-US" dirty="0" err="1"/>
                  <a:t>dibimbingnya</a:t>
                </a:r>
                <a:r>
                  <a:rPr lang="en-US" dirty="0"/>
                  <a:t> </a:t>
                </a:r>
                <a:r>
                  <a:rPr lang="en-US" dirty="0" err="1"/>
                  <a:t>selama</a:t>
                </a:r>
                <a:r>
                  <a:rPr lang="en-US" dirty="0"/>
                  <a:t> 1 semester. </a:t>
                </a:r>
                <a:r>
                  <a:rPr lang="en-US" dirty="0" err="1"/>
                  <a:t>Beliau</a:t>
                </a:r>
                <a:r>
                  <a:rPr lang="en-US" dirty="0"/>
                  <a:t> </a:t>
                </a:r>
                <a:r>
                  <a:rPr lang="en-US" dirty="0" err="1"/>
                  <a:t>menyatakan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: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pada Mata </a:t>
                </a:r>
                <a:r>
                  <a:rPr lang="en-US" dirty="0" err="1"/>
                  <a:t>Kuliah</a:t>
                </a:r>
                <a:r>
                  <a:rPr lang="en-US" dirty="0"/>
                  <a:t> </a:t>
                </a:r>
                <a:r>
                  <a:rPr lang="en-US" dirty="0" err="1"/>
                  <a:t>Statistika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Kelas</a:t>
                </a:r>
                <a:r>
                  <a:rPr lang="en-US" dirty="0"/>
                  <a:t> A dan </a:t>
                </a:r>
                <a:r>
                  <a:rPr lang="en-US" dirty="0" err="1"/>
                  <a:t>Kelas</a:t>
                </a:r>
                <a:r>
                  <a:rPr lang="en-US" dirty="0"/>
                  <a:t> B </a:t>
                </a:r>
                <a:r>
                  <a:rPr lang="en-US" dirty="0" err="1"/>
                  <a:t>adalah</a:t>
                </a:r>
                <a:r>
                  <a:rPr lang="en-US" dirty="0"/>
                  <a:t> </a:t>
                </a:r>
                <a:r>
                  <a:rPr lang="en-US" dirty="0" err="1"/>
                  <a:t>berbeda</a:t>
                </a:r>
                <a:r>
                  <a:rPr lang="en-US" dirty="0"/>
                  <a:t>.</a:t>
                </a:r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b="1" i="1" dirty="0"/>
                  <a:t>Ada </a:t>
                </a:r>
                <a:r>
                  <a:rPr lang="en-US" b="1" i="1" dirty="0" err="1"/>
                  <a:t>perbedaan</a:t>
                </a:r>
                <a:r>
                  <a:rPr lang="en-US" b="1" i="1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pada Mata </a:t>
                </a:r>
                <a:r>
                  <a:rPr lang="en-US" dirty="0" err="1"/>
                  <a:t>Kuliah</a:t>
                </a:r>
                <a:r>
                  <a:rPr lang="en-US" dirty="0"/>
                  <a:t> </a:t>
                </a:r>
                <a:r>
                  <a:rPr lang="en-US" dirty="0" err="1"/>
                  <a:t>Statistika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Kelas</a:t>
                </a:r>
                <a:r>
                  <a:rPr lang="en-US" dirty="0"/>
                  <a:t> A dan </a:t>
                </a:r>
                <a:r>
                  <a:rPr lang="en-US" dirty="0" err="1"/>
                  <a:t>Kelas</a:t>
                </a:r>
                <a:r>
                  <a:rPr lang="en-US" dirty="0"/>
                  <a:t> B.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b="1" i="1" dirty="0" err="1"/>
                  <a:t>Tidak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ada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perbedaan</a:t>
                </a:r>
                <a:r>
                  <a:rPr lang="en-US" b="1" i="1" dirty="0"/>
                  <a:t> </a:t>
                </a:r>
                <a:r>
                  <a:rPr lang="en-US" dirty="0" err="1"/>
                  <a:t>hasil</a:t>
                </a:r>
                <a:r>
                  <a:rPr lang="en-US" dirty="0"/>
                  <a:t> </a:t>
                </a:r>
                <a:r>
                  <a:rPr lang="en-US" dirty="0" err="1"/>
                  <a:t>belajar</a:t>
                </a:r>
                <a:r>
                  <a:rPr lang="en-US" dirty="0"/>
                  <a:t> pada Mata </a:t>
                </a:r>
                <a:r>
                  <a:rPr lang="en-US" dirty="0" err="1"/>
                  <a:t>Kuliah</a:t>
                </a:r>
                <a:r>
                  <a:rPr lang="en-US" dirty="0"/>
                  <a:t> </a:t>
                </a:r>
                <a:r>
                  <a:rPr lang="en-US" dirty="0" err="1"/>
                  <a:t>Statistika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</a:t>
                </a:r>
                <a:r>
                  <a:rPr lang="en-US" dirty="0" err="1"/>
                  <a:t>mahasiswa</a:t>
                </a:r>
                <a:r>
                  <a:rPr lang="en-US" dirty="0"/>
                  <a:t> </a:t>
                </a:r>
                <a:r>
                  <a:rPr lang="en-US" dirty="0" err="1"/>
                  <a:t>Kelas</a:t>
                </a:r>
                <a:r>
                  <a:rPr lang="en-US" dirty="0"/>
                  <a:t> A dan </a:t>
                </a:r>
                <a:r>
                  <a:rPr lang="en-US" dirty="0" err="1"/>
                  <a:t>Kelas</a:t>
                </a:r>
                <a:r>
                  <a:rPr lang="en-US" dirty="0"/>
                  <a:t> B.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𝜇</m:t>
                        </m:r>
                      </m:e>
                      <m:sub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67064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NON-DIREKSIONAL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HIPOTESIS BERSIFAT KOMPARATIF</a:t>
            </a:r>
            <a:endParaRPr lang="en-ID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467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0650" y="1641020"/>
                <a:ext cx="6967064" cy="3013779"/>
              </a:xfrm>
            </p:spPr>
            <p:txBody>
              <a:bodyPr/>
              <a:lstStyle/>
              <a:p>
                <a:pPr marL="177800" indent="0">
                  <a:buNone/>
                </a:pPr>
                <a:r>
                  <a:rPr lang="en-US" dirty="0"/>
                  <a:t>Seorang </a:t>
                </a:r>
                <a:r>
                  <a:rPr lang="en-US" dirty="0" err="1"/>
                  <a:t>psikolog</a:t>
                </a:r>
                <a:r>
                  <a:rPr lang="en-US" dirty="0"/>
                  <a:t> </a:t>
                </a:r>
                <a:r>
                  <a:rPr lang="en-US" dirty="0" err="1"/>
                  <a:t>menyatakan</a:t>
                </a:r>
                <a:r>
                  <a:rPr lang="en-US" dirty="0"/>
                  <a:t> </a:t>
                </a:r>
                <a:r>
                  <a:rPr lang="en-US" dirty="0" err="1"/>
                  <a:t>bahwa</a:t>
                </a:r>
                <a:r>
                  <a:rPr lang="en-US" dirty="0"/>
                  <a:t>: </a:t>
                </a:r>
                <a:r>
                  <a:rPr lang="en-US" dirty="0" err="1"/>
                  <a:t>ada</a:t>
                </a:r>
                <a:r>
                  <a:rPr lang="en-US" dirty="0"/>
                  <a:t> </a:t>
                </a:r>
                <a:r>
                  <a:rPr lang="en-US" dirty="0" err="1"/>
                  <a:t>hubungan</a:t>
                </a:r>
                <a:r>
                  <a:rPr lang="en-US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status </a:t>
                </a:r>
                <a:r>
                  <a:rPr lang="en-US" dirty="0" err="1"/>
                  <a:t>sosial</a:t>
                </a:r>
                <a:r>
                  <a:rPr lang="en-US" dirty="0"/>
                  <a:t> 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tingkat</a:t>
                </a:r>
                <a:r>
                  <a:rPr lang="en-US" dirty="0"/>
                  <a:t> </a:t>
                </a:r>
                <a:r>
                  <a:rPr lang="en-US" dirty="0" err="1"/>
                  <a:t>gizi</a:t>
                </a:r>
                <a:r>
                  <a:rPr lang="en-US" dirty="0"/>
                  <a:t> </a:t>
                </a:r>
                <a:r>
                  <a:rPr lang="en-US" dirty="0" err="1"/>
                  <a:t>keluarga</a:t>
                </a:r>
                <a:r>
                  <a:rPr lang="en-US" dirty="0"/>
                  <a:t> di Kota Surabaya. Atas </a:t>
                </a:r>
                <a:r>
                  <a:rPr lang="en-US" dirty="0" err="1"/>
                  <a:t>dasar</a:t>
                </a:r>
                <a:r>
                  <a:rPr lang="en-US" dirty="0"/>
                  <a:t> </a:t>
                </a:r>
                <a:r>
                  <a:rPr lang="en-US" dirty="0" err="1"/>
                  <a:t>pernyataan</a:t>
                </a:r>
                <a:r>
                  <a:rPr lang="en-US" dirty="0"/>
                  <a:t> </a:t>
                </a:r>
                <a:r>
                  <a:rPr lang="en-US" dirty="0" err="1"/>
                  <a:t>tersebut</a:t>
                </a:r>
                <a:r>
                  <a:rPr lang="en-US" dirty="0"/>
                  <a:t>, </a:t>
                </a:r>
                <a:r>
                  <a:rPr lang="en-US" dirty="0" err="1"/>
                  <a:t>peneliti</a:t>
                </a:r>
                <a:r>
                  <a:rPr lang="en-US" dirty="0"/>
                  <a:t> </a:t>
                </a:r>
                <a:r>
                  <a:rPr lang="en-US" dirty="0" err="1"/>
                  <a:t>ingin</a:t>
                </a:r>
                <a:r>
                  <a:rPr lang="en-US" dirty="0"/>
                  <a:t> </a:t>
                </a:r>
                <a:r>
                  <a:rPr lang="en-US" dirty="0" err="1"/>
                  <a:t>membuktikannya</a:t>
                </a:r>
                <a:r>
                  <a:rPr lang="en-US" dirty="0"/>
                  <a:t>.</a:t>
                </a:r>
              </a:p>
              <a:p>
                <a:pPr marL="177800" indent="0">
                  <a:buNone/>
                </a:pPr>
                <a:r>
                  <a:rPr lang="en-US" dirty="0"/>
                  <a:t>(1)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</a:t>
                </a:r>
                <a:r>
                  <a:rPr lang="en-US" dirty="0" err="1"/>
                  <a:t>dalam</a:t>
                </a:r>
                <a:r>
                  <a:rPr lang="en-US" dirty="0"/>
                  <a:t> </a:t>
                </a:r>
                <a:r>
                  <a:rPr lang="en-US" dirty="0" err="1"/>
                  <a:t>uraian</a:t>
                </a:r>
                <a:r>
                  <a:rPr lang="en-US" dirty="0"/>
                  <a:t> </a:t>
                </a:r>
                <a:r>
                  <a:rPr lang="en-US" dirty="0" err="1"/>
                  <a:t>kalimat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:r>
                  <a:rPr lang="en-US" dirty="0"/>
                  <a:t>Ha: </a:t>
                </a:r>
                <a:r>
                  <a:rPr lang="en-US" b="1" i="1" dirty="0"/>
                  <a:t>Ada </a:t>
                </a:r>
                <a:r>
                  <a:rPr lang="en-US" b="1" i="1" dirty="0" err="1"/>
                  <a:t>hubungan</a:t>
                </a:r>
                <a:r>
                  <a:rPr lang="en-US" b="1" i="1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status </a:t>
                </a:r>
                <a:r>
                  <a:rPr lang="en-US" dirty="0" err="1"/>
                  <a:t>sosial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tingkat</a:t>
                </a:r>
                <a:r>
                  <a:rPr lang="en-US" dirty="0"/>
                  <a:t> </a:t>
                </a:r>
                <a:r>
                  <a:rPr lang="en-US" dirty="0" err="1"/>
                  <a:t>gizi</a:t>
                </a:r>
                <a:r>
                  <a:rPr lang="en-US" dirty="0"/>
                  <a:t> </a:t>
                </a:r>
                <a:r>
                  <a:rPr lang="en-US" dirty="0" err="1"/>
                  <a:t>keluarga</a:t>
                </a:r>
                <a:r>
                  <a:rPr lang="en-US" dirty="0"/>
                  <a:t> di Kota Surabaya.</a:t>
                </a:r>
              </a:p>
              <a:p>
                <a:pPr marL="538163" indent="0">
                  <a:buNone/>
                </a:pPr>
                <a:r>
                  <a:rPr lang="en-US" dirty="0"/>
                  <a:t>Ho: </a:t>
                </a:r>
                <a:r>
                  <a:rPr lang="en-US" b="1" i="1" dirty="0" err="1"/>
                  <a:t>Tidak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ada</a:t>
                </a:r>
                <a:r>
                  <a:rPr lang="en-US" b="1" i="1" dirty="0"/>
                  <a:t> </a:t>
                </a:r>
                <a:r>
                  <a:rPr lang="en-US" b="1" i="1" dirty="0" err="1"/>
                  <a:t>hubungan</a:t>
                </a:r>
                <a:r>
                  <a:rPr lang="en-US" b="1" i="1" dirty="0"/>
                  <a:t> </a:t>
                </a:r>
                <a:r>
                  <a:rPr lang="en-US" dirty="0" err="1"/>
                  <a:t>antara</a:t>
                </a:r>
                <a:r>
                  <a:rPr lang="en-US" dirty="0"/>
                  <a:t> status </a:t>
                </a:r>
                <a:r>
                  <a:rPr lang="en-US" dirty="0" err="1"/>
                  <a:t>sosial</a:t>
                </a:r>
                <a:r>
                  <a:rPr lang="en-US" dirty="0"/>
                  <a:t> </a:t>
                </a:r>
                <a:r>
                  <a:rPr lang="en-US" dirty="0" err="1"/>
                  <a:t>dengan</a:t>
                </a:r>
                <a:r>
                  <a:rPr lang="en-US" dirty="0"/>
                  <a:t> </a:t>
                </a:r>
                <a:r>
                  <a:rPr lang="en-US" dirty="0" err="1"/>
                  <a:t>tingkat</a:t>
                </a:r>
                <a:r>
                  <a:rPr lang="en-US" dirty="0"/>
                  <a:t> </a:t>
                </a:r>
                <a:r>
                  <a:rPr lang="en-US" dirty="0" err="1"/>
                  <a:t>gizi</a:t>
                </a:r>
                <a:r>
                  <a:rPr lang="en-US" dirty="0"/>
                  <a:t> </a:t>
                </a:r>
                <a:r>
                  <a:rPr lang="en-US" dirty="0" err="1"/>
                  <a:t>keluarga</a:t>
                </a:r>
                <a:r>
                  <a:rPr lang="en-US" dirty="0"/>
                  <a:t> di Kota Surabaya.</a:t>
                </a:r>
              </a:p>
              <a:p>
                <a:pPr marL="177800" indent="0">
                  <a:buNone/>
                </a:pPr>
                <a:r>
                  <a:rPr lang="en-US" dirty="0"/>
                  <a:t>(2) </a:t>
                </a:r>
                <a:r>
                  <a:rPr lang="en-US" dirty="0" err="1"/>
                  <a:t>Hipotesis</a:t>
                </a:r>
                <a:r>
                  <a:rPr lang="en-US" dirty="0"/>
                  <a:t> (Ha dan Ho) model </a:t>
                </a:r>
                <a:r>
                  <a:rPr lang="en-US" dirty="0" err="1"/>
                  <a:t>statistik</a:t>
                </a:r>
                <a:r>
                  <a:rPr lang="en-US" dirty="0"/>
                  <a:t>: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538163" indent="0">
                  <a:buNone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𝐻𝑜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 Placeholder 1">
                <a:extLst>
                  <a:ext uri="{FF2B5EF4-FFF2-40B4-BE49-F238E27FC236}">
                    <a16:creationId xmlns:a16="http://schemas.microsoft.com/office/drawing/2014/main" id="{2094BF33-A5B3-43FB-99FE-5EA3591F57C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0650" y="1641020"/>
                <a:ext cx="6967064" cy="3013779"/>
              </a:xfr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D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le 2">
            <a:extLst>
              <a:ext uri="{FF2B5EF4-FFF2-40B4-BE49-F238E27FC236}">
                <a16:creationId xmlns:a16="http://schemas.microsoft.com/office/drawing/2014/main" id="{E0ADF89A-F874-4B35-BBAE-729DEF6214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64850" y="352850"/>
            <a:ext cx="6452529" cy="946200"/>
          </a:xfrm>
        </p:spPr>
        <p:txBody>
          <a:bodyPr/>
          <a:lstStyle/>
          <a:p>
            <a:r>
              <a:rPr lang="en-US" dirty="0"/>
              <a:t>HIPOTESIS NON-DIREKSIONAL</a:t>
            </a:r>
            <a:endParaRPr lang="en-ID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FA596CD-83C3-4234-928A-C040D18E3449}"/>
              </a:ext>
            </a:extLst>
          </p:cNvPr>
          <p:cNvSpPr txBox="1"/>
          <p:nvPr/>
        </p:nvSpPr>
        <p:spPr>
          <a:xfrm>
            <a:off x="873579" y="1232807"/>
            <a:ext cx="40086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u="sng" dirty="0">
                <a:solidFill>
                  <a:srgbClr val="0070C0"/>
                </a:solidFill>
              </a:rPr>
              <a:t>HIPOTESIS BERSIFAT ASOSIATIF</a:t>
            </a:r>
            <a:endParaRPr lang="en-ID" u="sng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98505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168455D-B642-4E93-9776-407103FAF6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400" dirty="0" err="1"/>
              <a:t>Jelaskan</a:t>
            </a:r>
            <a:r>
              <a:rPr lang="en-US" sz="1400" dirty="0"/>
              <a:t> </a:t>
            </a:r>
            <a:r>
              <a:rPr lang="en-US" sz="1400" dirty="0" err="1"/>
              <a:t>pengertian</a:t>
            </a:r>
            <a:r>
              <a:rPr lang="en-US" sz="1400" dirty="0"/>
              <a:t> </a:t>
            </a:r>
            <a:r>
              <a:rPr lang="en-US" sz="1400" dirty="0" err="1"/>
              <a:t>hipotesis</a:t>
            </a:r>
            <a:r>
              <a:rPr lang="en-US" sz="1400" dirty="0"/>
              <a:t> </a:t>
            </a:r>
            <a:r>
              <a:rPr lang="en-US" sz="1400" dirty="0" err="1"/>
              <a:t>berdasarkan</a:t>
            </a:r>
            <a:r>
              <a:rPr lang="en-US" sz="1400" dirty="0"/>
              <a:t> </a:t>
            </a:r>
            <a:r>
              <a:rPr lang="en-US" sz="1400" dirty="0" err="1"/>
              <a:t>pengertian</a:t>
            </a:r>
            <a:r>
              <a:rPr lang="en-US" sz="1400" dirty="0"/>
              <a:t> Anda!</a:t>
            </a:r>
          </a:p>
          <a:p>
            <a:endParaRPr lang="en-US" sz="1400" dirty="0"/>
          </a:p>
          <a:p>
            <a:r>
              <a:rPr lang="en-US" sz="1400" dirty="0" err="1"/>
              <a:t>Jelaskan</a:t>
            </a:r>
            <a:r>
              <a:rPr lang="en-US" sz="1400" dirty="0"/>
              <a:t> </a:t>
            </a:r>
            <a:r>
              <a:rPr lang="en-US" sz="1400" dirty="0" err="1"/>
              <a:t>hal-hal</a:t>
            </a:r>
            <a:r>
              <a:rPr lang="en-US" sz="1400" dirty="0"/>
              <a:t> yang Anda </a:t>
            </a:r>
            <a:r>
              <a:rPr lang="en-US" sz="1400" dirty="0" err="1"/>
              <a:t>pahami</a:t>
            </a:r>
            <a:r>
              <a:rPr lang="en-US" sz="1400" dirty="0"/>
              <a:t> </a:t>
            </a:r>
            <a:r>
              <a:rPr lang="en-US" sz="1400" dirty="0" err="1"/>
              <a:t>tentang</a:t>
            </a:r>
            <a:r>
              <a:rPr lang="en-US" sz="1400" dirty="0"/>
              <a:t> </a:t>
            </a:r>
            <a:r>
              <a:rPr lang="en-US" sz="1400" dirty="0" err="1"/>
              <a:t>Hipotesis</a:t>
            </a:r>
            <a:r>
              <a:rPr lang="en-US" sz="1400" dirty="0"/>
              <a:t> </a:t>
            </a:r>
            <a:r>
              <a:rPr lang="en-US" sz="1400" dirty="0" err="1"/>
              <a:t>Alternatif</a:t>
            </a:r>
            <a:r>
              <a:rPr lang="en-US" sz="1400" dirty="0"/>
              <a:t> dan </a:t>
            </a:r>
            <a:r>
              <a:rPr lang="en-US" sz="1400" dirty="0" err="1"/>
              <a:t>Hipotesis</a:t>
            </a:r>
            <a:r>
              <a:rPr lang="en-US" sz="1400" dirty="0"/>
              <a:t> </a:t>
            </a:r>
            <a:r>
              <a:rPr lang="en-US" sz="1400" dirty="0" err="1"/>
              <a:t>Nol</a:t>
            </a:r>
            <a:r>
              <a:rPr lang="en-US" sz="1400" dirty="0"/>
              <a:t>!</a:t>
            </a:r>
          </a:p>
          <a:p>
            <a:endParaRPr lang="en-US" sz="1400" dirty="0"/>
          </a:p>
          <a:p>
            <a:r>
              <a:rPr lang="en-US" sz="1400" dirty="0" err="1"/>
              <a:t>Berilah</a:t>
            </a:r>
            <a:r>
              <a:rPr lang="en-US" sz="1400" dirty="0"/>
              <a:t> masing-masing </a:t>
            </a:r>
            <a:r>
              <a:rPr lang="en-US" sz="1400" dirty="0" err="1"/>
              <a:t>contoh</a:t>
            </a:r>
            <a:r>
              <a:rPr lang="en-US" sz="1400" dirty="0"/>
              <a:t> </a:t>
            </a:r>
            <a:r>
              <a:rPr lang="en-US" sz="1400" dirty="0" err="1"/>
              <a:t>masalah</a:t>
            </a:r>
            <a:r>
              <a:rPr lang="en-US" sz="1400" dirty="0"/>
              <a:t> </a:t>
            </a:r>
            <a:r>
              <a:rPr lang="en-US" sz="1400" dirty="0" err="1"/>
              <a:t>dalam</a:t>
            </a:r>
            <a:r>
              <a:rPr lang="en-US" sz="1400" dirty="0"/>
              <a:t> </a:t>
            </a:r>
            <a:r>
              <a:rPr lang="en-US" sz="1400" dirty="0" err="1"/>
              <a:t>penelitian</a:t>
            </a:r>
            <a:r>
              <a:rPr lang="en-US" sz="1400" dirty="0"/>
              <a:t> yang </a:t>
            </a:r>
            <a:r>
              <a:rPr lang="en-US" sz="1400" dirty="0" err="1"/>
              <a:t>bersifat</a:t>
            </a:r>
            <a:r>
              <a:rPr lang="en-US" sz="1400" dirty="0"/>
              <a:t>:</a:t>
            </a:r>
          </a:p>
          <a:p>
            <a:pPr>
              <a:buAutoNum type="alphaLcPeriod"/>
            </a:pPr>
            <a:r>
              <a:rPr lang="en-US" sz="1400" dirty="0" err="1"/>
              <a:t>Deskriptif</a:t>
            </a:r>
            <a:endParaRPr lang="en-US" sz="1400" dirty="0"/>
          </a:p>
          <a:p>
            <a:pPr>
              <a:buAutoNum type="alphaLcPeriod"/>
            </a:pPr>
            <a:r>
              <a:rPr lang="en-US" sz="1400" dirty="0" err="1"/>
              <a:t>Komparatif</a:t>
            </a:r>
            <a:endParaRPr lang="en-US" sz="1400" dirty="0"/>
          </a:p>
          <a:p>
            <a:pPr>
              <a:buAutoNum type="alphaLcPeriod"/>
            </a:pPr>
            <a:r>
              <a:rPr lang="en-US" sz="1400" dirty="0" err="1"/>
              <a:t>Asosiatif</a:t>
            </a:r>
            <a:endParaRPr lang="en-US" sz="1400" dirty="0"/>
          </a:p>
          <a:p>
            <a:pPr marL="177800" indent="0">
              <a:buNone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77D6803-3AE4-4A89-BA0F-CE1B5C4272E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REVIEW MATERI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805406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64F86EB-FF27-448B-BD06-A19619C79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Buatlah</a:t>
            </a:r>
            <a:r>
              <a:rPr lang="en-US" dirty="0"/>
              <a:t> </a:t>
            </a:r>
            <a:r>
              <a:rPr lang="en-US"/>
              <a:t>masing-masing 1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Uji </a:t>
            </a:r>
            <a:r>
              <a:rPr lang="en-US" dirty="0" err="1"/>
              <a:t>Pihak</a:t>
            </a:r>
            <a:r>
              <a:rPr lang="en-US" dirty="0"/>
              <a:t> Kiri, Uji </a:t>
            </a:r>
            <a:r>
              <a:rPr lang="en-US" dirty="0" err="1"/>
              <a:t>Pihak</a:t>
            </a:r>
            <a:r>
              <a:rPr lang="en-US" dirty="0"/>
              <a:t> Kanan, dan Uji </a:t>
            </a:r>
            <a:r>
              <a:rPr lang="en-US" dirty="0" err="1"/>
              <a:t>Hipotesis</a:t>
            </a:r>
            <a:r>
              <a:rPr lang="en-US" dirty="0"/>
              <a:t> </a:t>
            </a:r>
            <a:r>
              <a:rPr lang="en-US" dirty="0" err="1"/>
              <a:t>Nondireksional</a:t>
            </a:r>
            <a:r>
              <a:rPr lang="en-US" dirty="0"/>
              <a:t> pada </a:t>
            </a:r>
            <a:r>
              <a:rPr lang="en-US" dirty="0" err="1"/>
              <a:t>pengujian</a:t>
            </a:r>
            <a:r>
              <a:rPr lang="en-US" dirty="0"/>
              <a:t> </a:t>
            </a:r>
            <a:r>
              <a:rPr lang="en-US" dirty="0" err="1"/>
              <a:t>hipotesis</a:t>
            </a:r>
            <a:r>
              <a:rPr lang="en-US" dirty="0"/>
              <a:t>. </a:t>
            </a:r>
            <a:r>
              <a:rPr lang="en-US" dirty="0" err="1"/>
              <a:t>Rumuskan</a:t>
            </a:r>
            <a:r>
              <a:rPr lang="en-US" dirty="0"/>
              <a:t> juga Ha dan Ho </a:t>
            </a:r>
            <a:r>
              <a:rPr lang="en-US" dirty="0" err="1"/>
              <a:t>dari</a:t>
            </a:r>
            <a:r>
              <a:rPr lang="en-US" dirty="0"/>
              <a:t> </a:t>
            </a:r>
            <a:r>
              <a:rPr lang="en-US" dirty="0" err="1"/>
              <a:t>contoh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yang Anda </a:t>
            </a:r>
            <a:r>
              <a:rPr lang="en-US" dirty="0" err="1"/>
              <a:t>buat</a:t>
            </a:r>
            <a:r>
              <a:rPr lang="en-US" dirty="0"/>
              <a:t>!</a:t>
            </a:r>
          </a:p>
          <a:p>
            <a:r>
              <a:rPr lang="en-US" dirty="0" err="1"/>
              <a:t>Kumpulkan</a:t>
            </a:r>
            <a:r>
              <a:rPr lang="en-US" dirty="0"/>
              <a:t> </a:t>
            </a:r>
            <a:r>
              <a:rPr lang="en-US" dirty="0" err="1"/>
              <a:t>jawaban</a:t>
            </a:r>
            <a:r>
              <a:rPr lang="en-US" dirty="0"/>
              <a:t> Anda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bentuk</a:t>
            </a:r>
            <a:r>
              <a:rPr lang="en-US" dirty="0"/>
              <a:t> file .PDF </a:t>
            </a:r>
            <a:r>
              <a:rPr lang="en-US" dirty="0" err="1"/>
              <a:t>melalui</a:t>
            </a:r>
            <a:r>
              <a:rPr lang="en-US" dirty="0"/>
              <a:t> E-Learning. </a:t>
            </a:r>
            <a:r>
              <a:rPr lang="en-US" dirty="0" err="1"/>
              <a:t>Jangan</a:t>
            </a:r>
            <a:r>
              <a:rPr lang="en-US" dirty="0"/>
              <a:t> </a:t>
            </a:r>
            <a:r>
              <a:rPr lang="en-US" dirty="0" err="1"/>
              <a:t>lupa</a:t>
            </a:r>
            <a:r>
              <a:rPr lang="en-US" dirty="0"/>
              <a:t> </a:t>
            </a:r>
            <a:r>
              <a:rPr lang="en-US" dirty="0" err="1"/>
              <a:t>berikan</a:t>
            </a:r>
            <a:r>
              <a:rPr lang="en-US" dirty="0"/>
              <a:t> cover pada </a:t>
            </a:r>
            <a:r>
              <a:rPr lang="en-US" dirty="0" err="1"/>
              <a:t>tugas</a:t>
            </a:r>
            <a:r>
              <a:rPr lang="en-US" dirty="0"/>
              <a:t> Anda </a:t>
            </a:r>
            <a:r>
              <a:rPr lang="en-US" dirty="0" err="1"/>
              <a:t>berisi</a:t>
            </a:r>
            <a:r>
              <a:rPr lang="en-US" dirty="0"/>
              <a:t> </a:t>
            </a:r>
            <a:r>
              <a:rPr lang="en-US" dirty="0" err="1"/>
              <a:t>nama</a:t>
            </a:r>
            <a:r>
              <a:rPr lang="en-US" dirty="0"/>
              <a:t> </a:t>
            </a:r>
            <a:r>
              <a:rPr lang="en-US" dirty="0" err="1"/>
              <a:t>anggota</a:t>
            </a:r>
            <a:r>
              <a:rPr lang="en-US" dirty="0"/>
              <a:t> </a:t>
            </a:r>
            <a:r>
              <a:rPr lang="en-US" dirty="0" err="1"/>
              <a:t>kelompok</a:t>
            </a:r>
            <a:r>
              <a:rPr lang="en-US" dirty="0"/>
              <a:t> dan NIM.</a:t>
            </a:r>
          </a:p>
          <a:p>
            <a:endParaRPr lang="en-US" dirty="0"/>
          </a:p>
          <a:p>
            <a:pPr marL="177800" indent="0">
              <a:buNone/>
            </a:pPr>
            <a:r>
              <a:rPr lang="en-US" dirty="0" err="1"/>
              <a:t>Selamat</a:t>
            </a:r>
            <a:r>
              <a:rPr lang="en-US" dirty="0"/>
              <a:t> </a:t>
            </a:r>
            <a:r>
              <a:rPr lang="en-US" dirty="0" err="1"/>
              <a:t>mengerjakan</a:t>
            </a:r>
            <a:r>
              <a:rPr lang="en-US" dirty="0"/>
              <a:t>!</a:t>
            </a:r>
            <a:endParaRPr lang="en-ID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DE8CB6B-8455-4C8F-B841-83E4C1A70A2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TUGAS KELOMPOK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126324362"/>
      </p:ext>
    </p:extLst>
  </p:cSld>
  <p:clrMapOvr>
    <a:masterClrMapping/>
  </p:clrMapOvr>
</p:sld>
</file>

<file path=ppt/theme/theme1.xml><?xml version="1.0" encoding="utf-8"?>
<a:theme xmlns:a="http://schemas.openxmlformats.org/drawingml/2006/main" name="Tech Newsletter XL by Slidesgo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3F3F3"/>
      </a:accent1>
      <a:accent2>
        <a:srgbClr val="D9D9D9"/>
      </a:accent2>
      <a:accent3>
        <a:srgbClr val="B7B7B7"/>
      </a:accent3>
      <a:accent4>
        <a:srgbClr val="999999"/>
      </a:accent4>
      <a:accent5>
        <a:srgbClr val="666666"/>
      </a:accent5>
      <a:accent6>
        <a:srgbClr val="000000"/>
      </a:accent6>
      <a:hlink>
        <a:srgbClr val="43434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719</TotalTime>
  <Words>1769</Words>
  <Application>Microsoft Office PowerPoint</Application>
  <PresentationFormat>On-screen Show (16:9)</PresentationFormat>
  <Paragraphs>190</Paragraphs>
  <Slides>21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Nunito Light</vt:lpstr>
      <vt:lpstr>Arial</vt:lpstr>
      <vt:lpstr>Exo 2</vt:lpstr>
      <vt:lpstr>Roboto Condensed Light</vt:lpstr>
      <vt:lpstr>Cambria Math</vt:lpstr>
      <vt:lpstr>Tech Newsletter XL by Slidesgo</vt:lpstr>
      <vt:lpstr>HIPOTESIS DAN UJI HIPOTESIS</vt:lpstr>
      <vt:lpstr>DEFINISI HIPOTESIS</vt:lpstr>
      <vt:lpstr>HIPOTESIS PENELITIAN</vt:lpstr>
      <vt:lpstr>MACAM-MACAM PERMASALAHAN PENELITIAN</vt:lpstr>
      <vt:lpstr>PERMASALAHAN YANG BERSIFAT ASOSIATIF</vt:lpstr>
      <vt:lpstr>JENIS-JENIS HIPOTESIS PENELITIAN</vt:lpstr>
      <vt:lpstr>JENIS PENGUJIAN HIPOTESIS</vt:lpstr>
      <vt:lpstr>HIPOTESIS DIREKSIONAL – UJI PIHAK KIRI</vt:lpstr>
      <vt:lpstr>HIPOTESIS DIREKSIONAL – UJI PIHAK KIRI</vt:lpstr>
      <vt:lpstr>HIPOTESIS DIREKSIONAL – UJI PIHAK KIRI</vt:lpstr>
      <vt:lpstr>HIPOTESIS DIREKSIONAL – UJI PIHAK KIRI</vt:lpstr>
      <vt:lpstr>HIPOTESIS DIREKSIONAL – UJI PIHAK KANAN</vt:lpstr>
      <vt:lpstr>HIPOTESIS DIREKSIONAL – UJI PIHAK KANAN</vt:lpstr>
      <vt:lpstr>HIPOTESIS DIREKSIONAL – UJI PIHAK KANAN</vt:lpstr>
      <vt:lpstr>HIPOTESIS DIREKSIONAL – UJI PIHAK KANAN</vt:lpstr>
      <vt:lpstr>HIPOTESIS NON-DIREKSIONAL</vt:lpstr>
      <vt:lpstr>HIPOTESIS NON-DIREKSIONAL</vt:lpstr>
      <vt:lpstr>HIPOTESIS NON-DIREKSIONAL</vt:lpstr>
      <vt:lpstr>HIPOTESIS NON-DIREKSIONAL</vt:lpstr>
      <vt:lpstr>REVIEW MATERI</vt:lpstr>
      <vt:lpstr>TUGAS KELOMPOK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 NEWSLETTER</dc:title>
  <dc:creator>ASUS</dc:creator>
  <cp:lastModifiedBy>Ashri Shabrina</cp:lastModifiedBy>
  <cp:revision>16</cp:revision>
  <dcterms:modified xsi:type="dcterms:W3CDTF">2024-04-22T15:13:03Z</dcterms:modified>
</cp:coreProperties>
</file>